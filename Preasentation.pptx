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7" r:id="rId2"/>
    <p:sldId id="277" r:id="rId3"/>
    <p:sldId id="279" r:id="rId4"/>
    <p:sldId id="278" r:id="rId5"/>
    <p:sldId id="256" r:id="rId6"/>
    <p:sldId id="280" r:id="rId7"/>
    <p:sldId id="281" r:id="rId8"/>
    <p:sldId id="282" r:id="rId9"/>
    <p:sldId id="283" r:id="rId10"/>
    <p:sldId id="288" r:id="rId11"/>
    <p:sldId id="276" r:id="rId12"/>
    <p:sldId id="289" r:id="rId13"/>
    <p:sldId id="263" r:id="rId14"/>
    <p:sldId id="286" r:id="rId15"/>
    <p:sldId id="285" r:id="rId1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C613C-2190-C51E-3FE9-58C89015025F}" v="939" dt="2025-12-14T21:15:32.632"/>
    <p1510:client id="{B75E19C9-A865-A9EC-371E-5A048AACC3DF}" v="32" dt="2025-12-14T16:40:15.364"/>
    <p1510:client id="{DB2FB0CB-AF72-D04D-ABB7-76FF92CB26DF}" v="78" dt="2025-12-14T21:18:31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89" autoAdjust="0"/>
    <p:restoredTop sz="81027" autoAdjust="0"/>
  </p:normalViewPr>
  <p:slideViewPr>
    <p:cSldViewPr snapToGrid="0" showGuides="1">
      <p:cViewPr varScale="1">
        <p:scale>
          <a:sx n="102" d="100"/>
          <a:sy n="102" d="100"/>
        </p:scale>
        <p:origin x="1944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8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41B17-CF6D-2D44-8D2C-AD2F9AA57788}" type="datetimeFigureOut">
              <a:rPr lang="de-CH" smtClean="0"/>
              <a:t>01.05.26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11BC3-E1E5-3147-9BAD-248064D9B12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43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Begeründung</a:t>
            </a:r>
            <a:r>
              <a:rPr lang="en-US">
                <a:latin typeface="Calibri"/>
                <a:ea typeface="Calibri"/>
                <a:cs typeface="Calibri"/>
              </a:rPr>
              <a:t> thema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Projektmanagement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livedemo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11BC3-E1E5-3147-9BAD-248064D9B127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2740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Mätthu</a:t>
            </a:r>
            <a:r>
              <a:rPr lang="en-US"/>
              <a:t> Code:</a:t>
            </a:r>
          </a:p>
          <a:p>
            <a:r>
              <a:rPr lang="en-US"/>
              <a:t>task_menu.py</a:t>
            </a:r>
          </a:p>
          <a:p>
            <a:r>
              <a:rPr lang="en-US"/>
              <a:t>reset.py</a:t>
            </a:r>
          </a:p>
          <a:p>
            <a:r>
              <a:rPr lang="en-US"/>
              <a:t>input_validation.py</a:t>
            </a:r>
          </a:p>
          <a:p>
            <a:r>
              <a:rPr lang="en-US"/>
              <a:t> </a:t>
            </a:r>
          </a:p>
          <a:p>
            <a:r>
              <a:rPr lang="en-US"/>
              <a:t>Joël Code:</a:t>
            </a:r>
          </a:p>
          <a:p>
            <a:r>
              <a:rPr lang="en-US"/>
              <a:t>todo_manager_v1.py</a:t>
            </a:r>
          </a:p>
          <a:p>
            <a:r>
              <a:rPr lang="en-US"/>
              <a:t>hilfsfunktionen.py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11BC3-E1E5-3147-9BAD-248064D9B127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0520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DCB7-ED6C-AAB4-B81D-DD7D33B28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52736-4989-4C6D-35F5-DB401A859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AA8CE-EBC9-5B40-229E-38885DB84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>
                <a:latin typeface="Calibri"/>
                <a:ea typeface="Calibri"/>
                <a:cs typeface="Calibri"/>
              </a:rPr>
              <a:t>Zusammenarbeiten = Wir wohnen zusammen</a:t>
            </a:r>
          </a:p>
          <a:p>
            <a:r>
              <a:rPr lang="de-CH">
                <a:latin typeface="Calibri"/>
                <a:ea typeface="Calibri"/>
                <a:cs typeface="Calibri"/>
              </a:rPr>
              <a:t>Benutzerfreundlich = Viele helfende Print </a:t>
            </a:r>
            <a:r>
              <a:rPr lang="de-CH" err="1">
                <a:latin typeface="Calibri"/>
                <a:ea typeface="Calibri"/>
                <a:cs typeface="Calibri"/>
              </a:rPr>
              <a:t>funktionen</a:t>
            </a:r>
            <a:r>
              <a:rPr lang="de-CH">
                <a:latin typeface="Calibri"/>
                <a:ea typeface="Calibri"/>
                <a:cs typeface="Calibri"/>
              </a:rPr>
              <a:t> / immer Feedback auf die Aktionen</a:t>
            </a:r>
          </a:p>
          <a:p>
            <a:r>
              <a:rPr lang="de-CH">
                <a:latin typeface="Calibri"/>
                <a:ea typeface="Calibri"/>
                <a:cs typeface="Calibri"/>
              </a:rPr>
              <a:t>Aufteilen = Übersichtlicher und auch hilfreich in unserer Arbeitsweise</a:t>
            </a:r>
          </a:p>
          <a:p>
            <a:r>
              <a:rPr lang="de-CH">
                <a:latin typeface="Calibri"/>
                <a:ea typeface="Calibri"/>
                <a:cs typeface="Calibri"/>
              </a:rPr>
              <a:t>Python = kennenlernen und sehen was man alles machen kann – Mediamatiker speziell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95D4A-854D-94DE-3681-CEA9F899E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11BC3-E1E5-3147-9BAD-248064D9B127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8429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Mätthu</a:t>
            </a:r>
            <a:r>
              <a:rPr lang="de-CH" dirty="0"/>
              <a:t> Code:</a:t>
            </a:r>
          </a:p>
          <a:p>
            <a:r>
              <a:rPr lang="de-CH" dirty="0" err="1"/>
              <a:t>task_menu.py</a:t>
            </a:r>
            <a:endParaRPr lang="de-CH" dirty="0"/>
          </a:p>
          <a:p>
            <a:r>
              <a:rPr lang="de-CH" dirty="0" err="1"/>
              <a:t>reset.py</a:t>
            </a:r>
            <a:endParaRPr lang="de-CH" dirty="0"/>
          </a:p>
          <a:p>
            <a:r>
              <a:rPr lang="de-CH" dirty="0" err="1"/>
              <a:t>input_validation.py</a:t>
            </a:r>
            <a:endParaRPr lang="de-CH" dirty="0"/>
          </a:p>
          <a:p>
            <a:r>
              <a:rPr lang="de-CH" dirty="0"/>
              <a:t> </a:t>
            </a:r>
          </a:p>
          <a:p>
            <a:r>
              <a:rPr lang="de-CH" dirty="0"/>
              <a:t>Joël Code:</a:t>
            </a:r>
          </a:p>
          <a:p>
            <a:r>
              <a:rPr lang="de-CH" dirty="0"/>
              <a:t>todo_manager_v1.py</a:t>
            </a:r>
          </a:p>
          <a:p>
            <a:r>
              <a:rPr lang="de-CH" dirty="0" err="1"/>
              <a:t>hilfsfunktionen.py</a:t>
            </a:r>
            <a:endParaRPr lang="de-CH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11BC3-E1E5-3147-9BAD-248064D9B127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8522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11BC3-E1E5-3147-9BAD-248064D9B127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370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631CF60-379A-4689-9869-985AF0E40BF6}"/>
              </a:ext>
            </a:extLst>
          </p:cNvPr>
          <p:cNvGrpSpPr/>
          <p:nvPr userDrawn="1"/>
        </p:nvGrpSpPr>
        <p:grpSpPr>
          <a:xfrm>
            <a:off x="-2032195" y="0"/>
            <a:ext cx="15834360" cy="9131978"/>
            <a:chOff x="-1783080" y="-352002"/>
            <a:chExt cx="15834360" cy="91319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7A80A0-D4C9-459F-A60C-9E86469FCC90}"/>
                </a:ext>
              </a:extLst>
            </p:cNvPr>
            <p:cNvSpPr/>
            <p:nvPr/>
          </p:nvSpPr>
          <p:spPr>
            <a:xfrm>
              <a:off x="-1783080" y="2790092"/>
              <a:ext cx="15834360" cy="5989884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52000"/>
                  </a:schemeClr>
                </a:gs>
                <a:gs pos="0">
                  <a:schemeClr val="accent1">
                    <a:alpha val="52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59F35A7-0AFD-4141-83B0-EBC6840E742D}"/>
                </a:ext>
              </a:extLst>
            </p:cNvPr>
            <p:cNvSpPr/>
            <p:nvPr/>
          </p:nvSpPr>
          <p:spPr>
            <a:xfrm>
              <a:off x="216852" y="-352002"/>
              <a:ext cx="11781446" cy="7562004"/>
            </a:xfrm>
            <a:prstGeom prst="ellipse">
              <a:avLst/>
            </a:prstGeom>
            <a:solidFill>
              <a:schemeClr val="bg1">
                <a:alpha val="67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ACD9D1-9A88-41D5-B229-A6739CDB60A6}"/>
                </a:ext>
              </a:extLst>
            </p:cNvPr>
            <p:cNvSpPr/>
            <p:nvPr/>
          </p:nvSpPr>
          <p:spPr>
            <a:xfrm>
              <a:off x="2885626" y="4008466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FE3A3A-0F82-40D3-8F4C-BCE20E8AE4A9}"/>
                </a:ext>
              </a:extLst>
            </p:cNvPr>
            <p:cNvSpPr/>
            <p:nvPr/>
          </p:nvSpPr>
          <p:spPr>
            <a:xfrm>
              <a:off x="2254098" y="6126199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5905288E-313E-4D49-9C9A-21B25E4FCA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28287" y="4256648"/>
            <a:ext cx="2393551" cy="5202704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370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8144E2-448F-49FE-AFD9-5E0000B96984}"/>
              </a:ext>
            </a:extLst>
          </p:cNvPr>
          <p:cNvGrpSpPr/>
          <p:nvPr userDrawn="1"/>
        </p:nvGrpSpPr>
        <p:grpSpPr>
          <a:xfrm>
            <a:off x="-3008387" y="-693643"/>
            <a:ext cx="9008780" cy="9273763"/>
            <a:chOff x="-3008387" y="131937"/>
            <a:chExt cx="9008780" cy="844818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A01E490-7DCA-4561-A7C6-06D8DAF49126}"/>
                </a:ext>
              </a:extLst>
            </p:cNvPr>
            <p:cNvSpPr/>
            <p:nvPr/>
          </p:nvSpPr>
          <p:spPr>
            <a:xfrm>
              <a:off x="-3008387" y="444514"/>
              <a:ext cx="7514702" cy="8135606"/>
            </a:xfrm>
            <a:prstGeom prst="roundRect">
              <a:avLst>
                <a:gd name="adj" fmla="val 37606"/>
              </a:avLst>
            </a:prstGeom>
            <a:gradFill>
              <a:gsLst>
                <a:gs pos="100000">
                  <a:schemeClr val="accent2">
                    <a:alpha val="70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38B0FB0-112A-4D8D-AD13-281CD1A1258B}"/>
                </a:ext>
              </a:extLst>
            </p:cNvPr>
            <p:cNvSpPr/>
            <p:nvPr/>
          </p:nvSpPr>
          <p:spPr>
            <a:xfrm rot="5070477">
              <a:off x="-968711" y="237652"/>
              <a:ext cx="7074820" cy="68633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92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671704-F6AE-496E-92B6-F09AE47EADA5}"/>
              </a:ext>
            </a:extLst>
          </p:cNvPr>
          <p:cNvGrpSpPr/>
          <p:nvPr userDrawn="1"/>
        </p:nvGrpSpPr>
        <p:grpSpPr>
          <a:xfrm>
            <a:off x="-1196126" y="-502622"/>
            <a:ext cx="12961532" cy="10757681"/>
            <a:chOff x="-603059" y="-502622"/>
            <a:chExt cx="12961532" cy="1075768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39F2211-50DE-4673-BA06-B2288F400FC3}"/>
                </a:ext>
              </a:extLst>
            </p:cNvPr>
            <p:cNvSpPr/>
            <p:nvPr/>
          </p:nvSpPr>
          <p:spPr>
            <a:xfrm rot="1907126">
              <a:off x="-603059" y="-502622"/>
              <a:ext cx="8750499" cy="9646484"/>
            </a:xfrm>
            <a:prstGeom prst="roundRect">
              <a:avLst>
                <a:gd name="adj" fmla="val 37606"/>
              </a:avLst>
            </a:prstGeom>
            <a:gradFill>
              <a:gsLst>
                <a:gs pos="100000">
                  <a:schemeClr val="accent2">
                    <a:alpha val="76000"/>
                  </a:schemeClr>
                </a:gs>
                <a:gs pos="0">
                  <a:schemeClr val="accent1">
                    <a:alpha val="76000"/>
                  </a:schemeClr>
                </a:gs>
              </a:gsLst>
              <a:lin ang="5400000" scaled="0"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01C75C6-5618-49BA-AF7B-76D7C0D76919}"/>
                </a:ext>
              </a:extLst>
            </p:cNvPr>
            <p:cNvSpPr/>
            <p:nvPr/>
          </p:nvSpPr>
          <p:spPr>
            <a:xfrm rot="5070477">
              <a:off x="5177903" y="-128217"/>
              <a:ext cx="7094305" cy="72668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6D44AAD-A244-4C27-83EB-0389CCD39F31}"/>
                </a:ext>
              </a:extLst>
            </p:cNvPr>
            <p:cNvSpPr/>
            <p:nvPr/>
          </p:nvSpPr>
          <p:spPr>
            <a:xfrm rot="5070477">
              <a:off x="2387102" y="5592640"/>
              <a:ext cx="4606406" cy="47184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9" name="Picture Placeholder 79">
            <a:extLst>
              <a:ext uri="{FF2B5EF4-FFF2-40B4-BE49-F238E27FC236}">
                <a16:creationId xmlns:a16="http://schemas.microsoft.com/office/drawing/2014/main" id="{4B4528B8-A8EB-43D4-A52E-E7C0A5E510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791902">
            <a:off x="731565" y="1099488"/>
            <a:ext cx="3012972" cy="6546665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192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72FE37-4B76-4168-95EB-FF1D03FC0684}"/>
              </a:ext>
            </a:extLst>
          </p:cNvPr>
          <p:cNvGrpSpPr/>
          <p:nvPr userDrawn="1"/>
        </p:nvGrpSpPr>
        <p:grpSpPr>
          <a:xfrm rot="10800000">
            <a:off x="-1605475" y="-2048195"/>
            <a:ext cx="15834360" cy="8906194"/>
            <a:chOff x="-1783080" y="-352002"/>
            <a:chExt cx="15834360" cy="890619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005259-C56A-448A-9012-83692523FAA4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4AAADB8-EFCF-42FD-BD0F-1A4E8121867B}"/>
                </a:ext>
              </a:extLst>
            </p:cNvPr>
            <p:cNvSpPr/>
            <p:nvPr/>
          </p:nvSpPr>
          <p:spPr>
            <a:xfrm>
              <a:off x="205277" y="-352002"/>
              <a:ext cx="11781446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EA33189-4B67-4F8B-AA38-4622279F4B43}"/>
                </a:ext>
              </a:extLst>
            </p:cNvPr>
            <p:cNvSpPr/>
            <p:nvPr/>
          </p:nvSpPr>
          <p:spPr>
            <a:xfrm rot="1487221">
              <a:off x="-430936" y="3895859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A8A4E99-B9F9-4B56-898C-67F63D7C68DE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190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0E45E52-50CB-4566-97E0-3C489BEF43BF}"/>
              </a:ext>
            </a:extLst>
          </p:cNvPr>
          <p:cNvGrpSpPr/>
          <p:nvPr userDrawn="1"/>
        </p:nvGrpSpPr>
        <p:grpSpPr>
          <a:xfrm rot="16200000">
            <a:off x="892504" y="-4041449"/>
            <a:ext cx="12092382" cy="15886101"/>
            <a:chOff x="-1783077" y="-572323"/>
            <a:chExt cx="15032944" cy="91265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68FAB1-ADE6-4BDA-B3A6-4B2E4B721262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70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937112E-E90D-46D4-961C-322B4AF096DE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E999DB3-A095-45AC-8EFF-6732B06BA74B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660050-E900-4346-9160-C58DC00F2543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888E88-46F0-4584-93AC-6CB813EEEDA9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3CEB97A-C19E-4A37-BDE3-BEA0633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67125" y="1420240"/>
            <a:ext cx="2251086" cy="2084962"/>
          </a:xfrm>
          <a:prstGeom prst="roundRect">
            <a:avLst>
              <a:gd name="adj" fmla="val 14961"/>
            </a:avLst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7682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1B7256-2DB3-434C-AFCB-FA1CE6DB80F5}"/>
              </a:ext>
            </a:extLst>
          </p:cNvPr>
          <p:cNvGrpSpPr/>
          <p:nvPr userDrawn="1"/>
        </p:nvGrpSpPr>
        <p:grpSpPr>
          <a:xfrm rot="5400000" flipH="1">
            <a:off x="-893766" y="-4041449"/>
            <a:ext cx="12092382" cy="15886101"/>
            <a:chOff x="-1783077" y="-572323"/>
            <a:chExt cx="15032944" cy="91265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DBFBCB-AA8C-4534-85C1-0FCB599FC4DB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24EFF96-ECB9-4088-A9C3-9A35928A2995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611D891-03DB-41B1-8A2A-370540E1E53A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D152CE6-5A62-414A-A954-9A3F3D8B0998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B5B107-659E-427B-9142-BF70CC497625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19075809-0F38-4F9C-A3C9-93A3B73EE8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23636" y="1371600"/>
            <a:ext cx="5125413" cy="2647950"/>
          </a:xfrm>
          <a:prstGeom prst="roundRect">
            <a:avLst>
              <a:gd name="adj" fmla="val 14509"/>
            </a:avLst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485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0356FC2-5F4C-44F6-BF77-049E7FD0B2E4}"/>
              </a:ext>
            </a:extLst>
          </p:cNvPr>
          <p:cNvGrpSpPr/>
          <p:nvPr userDrawn="1"/>
        </p:nvGrpSpPr>
        <p:grpSpPr>
          <a:xfrm rot="10800000">
            <a:off x="-1605475" y="-2048195"/>
            <a:ext cx="15834360" cy="7780623"/>
            <a:chOff x="-1783080" y="773569"/>
            <a:chExt cx="15834360" cy="77806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3A0C23-CD47-459C-A2B7-78A56E4F4113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91AC2A-BDE8-435F-ACBD-A6152D86207E}"/>
                </a:ext>
              </a:extLst>
            </p:cNvPr>
            <p:cNvSpPr/>
            <p:nvPr/>
          </p:nvSpPr>
          <p:spPr>
            <a:xfrm>
              <a:off x="-157675" y="773569"/>
              <a:ext cx="13851278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3F1D9F-62F3-425E-897C-041A26E69277}"/>
                </a:ext>
              </a:extLst>
            </p:cNvPr>
            <p:cNvSpPr/>
            <p:nvPr/>
          </p:nvSpPr>
          <p:spPr>
            <a:xfrm rot="1487221">
              <a:off x="-430936" y="3895859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DB8886B-479A-4627-80DD-F08082BF6D22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2103445-7285-41A6-B5F2-2690BCF898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666999"/>
            <a:ext cx="10972800" cy="2924175"/>
          </a:xfrm>
          <a:prstGeom prst="roundRect">
            <a:avLst>
              <a:gd name="adj" fmla="val 12313"/>
            </a:avLst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5661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2A49F9-3D21-40A1-B9EF-D612DBDCB236}"/>
              </a:ext>
            </a:extLst>
          </p:cNvPr>
          <p:cNvGrpSpPr/>
          <p:nvPr userDrawn="1"/>
        </p:nvGrpSpPr>
        <p:grpSpPr>
          <a:xfrm rot="5400000" flipH="1">
            <a:off x="-1103934" y="-4041448"/>
            <a:ext cx="12092382" cy="15886101"/>
            <a:chOff x="-1783077" y="-572323"/>
            <a:chExt cx="15032944" cy="91265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BDA725-3709-4B00-8206-4355710CD355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03A99A7-3B17-48E6-BDE7-BD18FE06CE36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F7CED07-BB3D-4418-8AFA-7ED1F94E42E1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B49528F-BB3C-44EF-8022-1694772192BD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1DF366-68C5-42DB-8EEB-0F098F45FEA9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99FD7319-68E6-4484-ABFC-06733ED564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77795" y="1263470"/>
            <a:ext cx="2304444" cy="4923970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415ACF04-DFD3-465F-B516-7A58C16398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71346" y="717046"/>
            <a:ext cx="2634472" cy="5664300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110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4E77DAA-7287-49B9-8225-C3B86017A1D8}"/>
              </a:ext>
            </a:extLst>
          </p:cNvPr>
          <p:cNvGrpSpPr/>
          <p:nvPr userDrawn="1"/>
        </p:nvGrpSpPr>
        <p:grpSpPr>
          <a:xfrm>
            <a:off x="-2032195" y="0"/>
            <a:ext cx="15834360" cy="8760699"/>
            <a:chOff x="-1783080" y="-352002"/>
            <a:chExt cx="15834360" cy="87606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0DD7F4-076B-40FD-9989-11F6FDBF28DA}"/>
                </a:ext>
              </a:extLst>
            </p:cNvPr>
            <p:cNvSpPr/>
            <p:nvPr/>
          </p:nvSpPr>
          <p:spPr>
            <a:xfrm>
              <a:off x="-1783080" y="2790092"/>
              <a:ext cx="15834360" cy="4813186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B170914-5417-46CF-ACCA-AD16EFD2819B}"/>
                </a:ext>
              </a:extLst>
            </p:cNvPr>
            <p:cNvSpPr/>
            <p:nvPr/>
          </p:nvSpPr>
          <p:spPr>
            <a:xfrm>
              <a:off x="-1783080" y="-352002"/>
              <a:ext cx="15656755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2A4115-BF05-414F-85F9-3F137195369A}"/>
                </a:ext>
              </a:extLst>
            </p:cNvPr>
            <p:cNvSpPr/>
            <p:nvPr/>
          </p:nvSpPr>
          <p:spPr>
            <a:xfrm rot="889694">
              <a:off x="294316" y="5010017"/>
              <a:ext cx="6977101" cy="2707597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4665F95-A408-4D78-B847-1738A9AD4621}"/>
                </a:ext>
              </a:extLst>
            </p:cNvPr>
            <p:cNvSpPr/>
            <p:nvPr/>
          </p:nvSpPr>
          <p:spPr>
            <a:xfrm>
              <a:off x="2254098" y="6126199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11" name="Picture Placeholder 51">
            <a:extLst>
              <a:ext uri="{FF2B5EF4-FFF2-40B4-BE49-F238E27FC236}">
                <a16:creationId xmlns:a16="http://schemas.microsoft.com/office/drawing/2014/main" id="{C621B02E-011B-4980-B8EA-83D4FCA661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2119" y="1423790"/>
            <a:ext cx="5943507" cy="373491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335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DC2C6F8-EA53-471C-9618-9D343C37531A}"/>
              </a:ext>
            </a:extLst>
          </p:cNvPr>
          <p:cNvGrpSpPr/>
          <p:nvPr userDrawn="1"/>
        </p:nvGrpSpPr>
        <p:grpSpPr>
          <a:xfrm rot="10800000">
            <a:off x="-1605475" y="-2048195"/>
            <a:ext cx="15834360" cy="7780623"/>
            <a:chOff x="-1783080" y="773569"/>
            <a:chExt cx="15834360" cy="77806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15D3EF-B975-4A6C-BCAE-901EADEF9E65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AA2C294-1609-49B5-8984-F7E5310A4B3A}"/>
                </a:ext>
              </a:extLst>
            </p:cNvPr>
            <p:cNvSpPr/>
            <p:nvPr/>
          </p:nvSpPr>
          <p:spPr>
            <a:xfrm>
              <a:off x="-157675" y="773569"/>
              <a:ext cx="13851278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3450203-5FFA-4B90-931F-9776AA070885}"/>
                </a:ext>
              </a:extLst>
            </p:cNvPr>
            <p:cNvSpPr/>
            <p:nvPr/>
          </p:nvSpPr>
          <p:spPr>
            <a:xfrm rot="1487221">
              <a:off x="-430936" y="3895859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0D5A247-AC20-46F2-AA3F-7AA95F1E2102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3" name="Picture Placeholder 32">
            <a:extLst>
              <a:ext uri="{FF2B5EF4-FFF2-40B4-BE49-F238E27FC236}">
                <a16:creationId xmlns:a16="http://schemas.microsoft.com/office/drawing/2014/main" id="{54268F57-D414-4972-9C54-7B5ABBC85C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77795" y="1263470"/>
            <a:ext cx="2304444" cy="4923970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010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5B5D170-1B57-4258-A2B4-BD300B46728A}"/>
              </a:ext>
            </a:extLst>
          </p:cNvPr>
          <p:cNvGrpSpPr/>
          <p:nvPr userDrawn="1"/>
        </p:nvGrpSpPr>
        <p:grpSpPr>
          <a:xfrm rot="10028422">
            <a:off x="-2828749" y="-2462410"/>
            <a:ext cx="12035419" cy="8290611"/>
            <a:chOff x="2015860" y="773569"/>
            <a:chExt cx="12035419" cy="829061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2E6FBF-8549-4D56-9974-44F1DE481719}"/>
                </a:ext>
              </a:extLst>
            </p:cNvPr>
            <p:cNvSpPr/>
            <p:nvPr/>
          </p:nvSpPr>
          <p:spPr>
            <a:xfrm rot="21174634" flipH="1">
              <a:off x="2188577" y="4245052"/>
              <a:ext cx="11862702" cy="4819128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FCFC41-049D-4DB9-AD15-5DD3229CE67B}"/>
                </a:ext>
              </a:extLst>
            </p:cNvPr>
            <p:cNvSpPr/>
            <p:nvPr/>
          </p:nvSpPr>
          <p:spPr>
            <a:xfrm>
              <a:off x="2015860" y="773569"/>
              <a:ext cx="11677743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FEA6F0-9CED-4591-A6D3-7FB35C308ADF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C16F1D-99B3-4BBD-B773-AF99E392C67B}"/>
              </a:ext>
            </a:extLst>
          </p:cNvPr>
          <p:cNvGrpSpPr/>
          <p:nvPr userDrawn="1"/>
        </p:nvGrpSpPr>
        <p:grpSpPr>
          <a:xfrm>
            <a:off x="-1821180" y="885362"/>
            <a:ext cx="15834360" cy="7780623"/>
            <a:chOff x="-1783080" y="773569"/>
            <a:chExt cx="15834360" cy="77806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049F0-1513-4A7E-B321-C56A05ADB008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231FD1C-1487-4E86-BC30-59BCBC66D2E8}"/>
                </a:ext>
              </a:extLst>
            </p:cNvPr>
            <p:cNvSpPr/>
            <p:nvPr/>
          </p:nvSpPr>
          <p:spPr>
            <a:xfrm>
              <a:off x="-157675" y="773569"/>
              <a:ext cx="13851278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70E0F39-47F6-4D65-BCA8-ABC2720F891C}"/>
                </a:ext>
              </a:extLst>
            </p:cNvPr>
            <p:cNvSpPr/>
            <p:nvPr/>
          </p:nvSpPr>
          <p:spPr>
            <a:xfrm rot="1487221">
              <a:off x="-430936" y="3895859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49A2A4B-9EF4-45CE-8747-1EBCE008F0F1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ABF53D2-FC06-4503-8BE0-EDC4C6445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55600" y="3074036"/>
            <a:ext cx="5501532" cy="345376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39163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39B2979-2771-4004-AE12-5421A081BD43}"/>
              </a:ext>
            </a:extLst>
          </p:cNvPr>
          <p:cNvGrpSpPr/>
          <p:nvPr userDrawn="1"/>
        </p:nvGrpSpPr>
        <p:grpSpPr>
          <a:xfrm rot="16200000">
            <a:off x="892504" y="-4041449"/>
            <a:ext cx="12092382" cy="15886101"/>
            <a:chOff x="-1783077" y="-572323"/>
            <a:chExt cx="15032944" cy="91265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9B0FE4-6146-4D7C-8B91-191798376E25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70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E77CB47-9F49-443E-9F41-A98A830FA36E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D2B29A-2AB4-4FA3-A6E0-14668D6F870F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80989B0-4C80-46F4-87AB-4E531AF21C3E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3A1056-7935-440F-8D27-F9CF59356709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F065EE2D-E16D-4A42-B1E1-B0118F305D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40091" y="876353"/>
            <a:ext cx="2393551" cy="5202704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269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BC3B4F-FED1-4EDE-887D-E16BF9D61822}"/>
              </a:ext>
            </a:extLst>
          </p:cNvPr>
          <p:cNvGrpSpPr/>
          <p:nvPr userDrawn="1"/>
        </p:nvGrpSpPr>
        <p:grpSpPr>
          <a:xfrm rot="10800000">
            <a:off x="-1605475" y="-2048195"/>
            <a:ext cx="15834360" cy="7780623"/>
            <a:chOff x="-1783080" y="773569"/>
            <a:chExt cx="15834360" cy="77806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11C702-7615-4E41-B568-6CF3E9A4C78A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AEE8B74-76D3-4FF0-AE2D-C9E5FE8A1FC9}"/>
                </a:ext>
              </a:extLst>
            </p:cNvPr>
            <p:cNvSpPr/>
            <p:nvPr/>
          </p:nvSpPr>
          <p:spPr>
            <a:xfrm>
              <a:off x="-157675" y="773569"/>
              <a:ext cx="13851278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A82A5F-ED61-459C-A221-4761B44F7EE2}"/>
                </a:ext>
              </a:extLst>
            </p:cNvPr>
            <p:cNvSpPr/>
            <p:nvPr/>
          </p:nvSpPr>
          <p:spPr>
            <a:xfrm rot="1487221">
              <a:off x="-430936" y="3895859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5FAD6D-66F1-4EC7-80A8-6F6004771D48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7222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932878-5C92-4347-B577-D31E3E10ECFA}"/>
              </a:ext>
            </a:extLst>
          </p:cNvPr>
          <p:cNvGrpSpPr/>
          <p:nvPr userDrawn="1"/>
        </p:nvGrpSpPr>
        <p:grpSpPr>
          <a:xfrm rot="5400000" flipH="1">
            <a:off x="-893766" y="-4041449"/>
            <a:ext cx="12092382" cy="15886101"/>
            <a:chOff x="-1783077" y="-572323"/>
            <a:chExt cx="15032944" cy="91265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B9BDD86-5BA3-490A-97B9-D186B368E5A2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70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E9C21DA-9EEC-41FC-AC63-5C3198B98739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EC4CD7E-A468-49CF-944B-CBB7836E47F9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60A8A6E-A508-4D41-8155-D6BA8D747122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79E45B-3BD3-490E-B704-5D709366C93F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CD506C9-8AF7-4DAB-9CFF-26DE6B03F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5986" y="1122744"/>
            <a:ext cx="4759401" cy="2025269"/>
          </a:xfrm>
          <a:prstGeom prst="roundRect">
            <a:avLst>
              <a:gd name="adj" fmla="val 19301"/>
            </a:avLst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139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5CB6AF-2A3D-457F-80FE-41FFD394B1D5}"/>
              </a:ext>
            </a:extLst>
          </p:cNvPr>
          <p:cNvGrpSpPr/>
          <p:nvPr userDrawn="1"/>
        </p:nvGrpSpPr>
        <p:grpSpPr>
          <a:xfrm rot="10800000">
            <a:off x="-1605475" y="-2897521"/>
            <a:ext cx="15834360" cy="7780623"/>
            <a:chOff x="-1783080" y="773569"/>
            <a:chExt cx="15834360" cy="77806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7A37D6-C8D7-4684-B531-8C1805BD7369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3A05063-A0CC-4ECE-849B-C370F92F6E5F}"/>
                </a:ext>
              </a:extLst>
            </p:cNvPr>
            <p:cNvSpPr/>
            <p:nvPr/>
          </p:nvSpPr>
          <p:spPr>
            <a:xfrm>
              <a:off x="-157675" y="773569"/>
              <a:ext cx="13851278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3C067C-FE59-4480-8C96-1AF7DC008FDB}"/>
                </a:ext>
              </a:extLst>
            </p:cNvPr>
            <p:cNvSpPr/>
            <p:nvPr/>
          </p:nvSpPr>
          <p:spPr>
            <a:xfrm rot="1487221">
              <a:off x="-430936" y="4417676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806781A-AFAF-4718-B545-7119E233A1B8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493CE38-F4AA-417E-9A5A-7C3A763955EB}"/>
              </a:ext>
            </a:extLst>
          </p:cNvPr>
          <p:cNvGrpSpPr/>
          <p:nvPr userDrawn="1"/>
        </p:nvGrpSpPr>
        <p:grpSpPr>
          <a:xfrm>
            <a:off x="-2032195" y="947057"/>
            <a:ext cx="15834360" cy="7813642"/>
            <a:chOff x="-1783080" y="595055"/>
            <a:chExt cx="15834360" cy="781364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5897E3-1229-43D3-8BC3-BF1888940DF3}"/>
                </a:ext>
              </a:extLst>
            </p:cNvPr>
            <p:cNvSpPr/>
            <p:nvPr/>
          </p:nvSpPr>
          <p:spPr>
            <a:xfrm>
              <a:off x="-1783080" y="3703126"/>
              <a:ext cx="15834360" cy="4419910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A3A1EC0-4489-463C-B647-073A9771ADEB}"/>
                </a:ext>
              </a:extLst>
            </p:cNvPr>
            <p:cNvSpPr/>
            <p:nvPr/>
          </p:nvSpPr>
          <p:spPr>
            <a:xfrm>
              <a:off x="1503817" y="595055"/>
              <a:ext cx="11781446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78746-B149-4183-8D4F-FC70227563A6}"/>
                </a:ext>
              </a:extLst>
            </p:cNvPr>
            <p:cNvSpPr/>
            <p:nvPr/>
          </p:nvSpPr>
          <p:spPr>
            <a:xfrm rot="1487221">
              <a:off x="-646907" y="3866698"/>
              <a:ext cx="6977101" cy="3120912"/>
            </a:xfrm>
            <a:prstGeom prst="ellipse">
              <a:avLst/>
            </a:prstGeom>
            <a:solidFill>
              <a:schemeClr val="bg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A9DF0-2285-4BFB-9F33-9E0FEA6E88EB}"/>
                </a:ext>
              </a:extLst>
            </p:cNvPr>
            <p:cNvSpPr/>
            <p:nvPr/>
          </p:nvSpPr>
          <p:spPr>
            <a:xfrm>
              <a:off x="2254098" y="6126199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F0B27EB-BF2D-46C7-A8EC-B257B7F5DE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890588"/>
            <a:ext cx="10972800" cy="3195637"/>
          </a:xfrm>
          <a:prstGeom prst="roundRect">
            <a:avLst>
              <a:gd name="adj" fmla="val 10872"/>
            </a:avLst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9641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B76E56B-444D-4E15-8201-D15E4076FC17}"/>
              </a:ext>
            </a:extLst>
          </p:cNvPr>
          <p:cNvGrpSpPr/>
          <p:nvPr userDrawn="1"/>
        </p:nvGrpSpPr>
        <p:grpSpPr>
          <a:xfrm>
            <a:off x="-599635" y="-1750568"/>
            <a:ext cx="14000871" cy="10392618"/>
            <a:chOff x="-599635" y="-1750568"/>
            <a:chExt cx="14000871" cy="1039261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6214327-C456-40A8-802F-A541D5708832}"/>
                </a:ext>
              </a:extLst>
            </p:cNvPr>
            <p:cNvSpPr/>
            <p:nvPr/>
          </p:nvSpPr>
          <p:spPr>
            <a:xfrm>
              <a:off x="-599635" y="-472440"/>
              <a:ext cx="12791636" cy="8506884"/>
            </a:xfrm>
            <a:prstGeom prst="ellipse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F51337B-128F-4700-92CA-60A85D9757A7}"/>
                </a:ext>
              </a:extLst>
            </p:cNvPr>
            <p:cNvSpPr/>
            <p:nvPr/>
          </p:nvSpPr>
          <p:spPr>
            <a:xfrm>
              <a:off x="4936031" y="-1750568"/>
              <a:ext cx="6869314" cy="67270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289571B-F87B-43C9-9725-2375963DCFE2}"/>
                </a:ext>
              </a:extLst>
            </p:cNvPr>
            <p:cNvSpPr/>
            <p:nvPr/>
          </p:nvSpPr>
          <p:spPr>
            <a:xfrm>
              <a:off x="-440281" y="-226606"/>
              <a:ext cx="9056268" cy="88686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7B2FD94-2B68-4E22-97E2-89E3064EAA3C}"/>
                </a:ext>
              </a:extLst>
            </p:cNvPr>
            <p:cNvSpPr/>
            <p:nvPr/>
          </p:nvSpPr>
          <p:spPr>
            <a:xfrm>
              <a:off x="4429417" y="2150833"/>
              <a:ext cx="8971819" cy="62640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096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7C447F-BB71-4640-9792-A1A41158C91B}"/>
              </a:ext>
            </a:extLst>
          </p:cNvPr>
          <p:cNvGrpSpPr/>
          <p:nvPr userDrawn="1"/>
        </p:nvGrpSpPr>
        <p:grpSpPr>
          <a:xfrm rot="5400000" flipH="1">
            <a:off x="-1666026" y="-3980966"/>
            <a:ext cx="12092382" cy="15765136"/>
            <a:chOff x="-1783077" y="-214656"/>
            <a:chExt cx="15032944" cy="905702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7CCBAAA-0B3F-4726-B89A-A0D80453752F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70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B6FDE6D-2ADF-4A2F-85CB-3C32485F839C}"/>
                </a:ext>
              </a:extLst>
            </p:cNvPr>
            <p:cNvSpPr/>
            <p:nvPr/>
          </p:nvSpPr>
          <p:spPr>
            <a:xfrm>
              <a:off x="-132529" y="2140151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A1B0EC-D504-48B1-8ED6-1221475B3CFB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6BEAC2-C147-465E-B786-D8EBFCF0C64D}"/>
                </a:ext>
              </a:extLst>
            </p:cNvPr>
            <p:cNvSpPr/>
            <p:nvPr/>
          </p:nvSpPr>
          <p:spPr>
            <a:xfrm>
              <a:off x="2349953" y="6559867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8982D3-31F8-42BA-A135-5195AD0ABBA4}"/>
                </a:ext>
              </a:extLst>
            </p:cNvPr>
            <p:cNvSpPr/>
            <p:nvPr/>
          </p:nvSpPr>
          <p:spPr>
            <a:xfrm>
              <a:off x="1470548" y="-214656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61A8AD87-B16F-484E-A0F5-38FD659A56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798" y="876353"/>
            <a:ext cx="2393551" cy="5202704"/>
          </a:xfrm>
          <a:custGeom>
            <a:avLst/>
            <a:gdLst>
              <a:gd name="connsiteX0" fmla="*/ 227212 w 1936501"/>
              <a:gd name="connsiteY0" fmla="*/ 0 h 4209243"/>
              <a:gd name="connsiteX1" fmla="*/ 423602 w 1936501"/>
              <a:gd name="connsiteY1" fmla="*/ 0 h 4209243"/>
              <a:gd name="connsiteX2" fmla="*/ 443527 w 1936501"/>
              <a:gd name="connsiteY2" fmla="*/ 19925 h 4209243"/>
              <a:gd name="connsiteX3" fmla="*/ 443527 w 1936501"/>
              <a:gd name="connsiteY3" fmla="*/ 55480 h 4209243"/>
              <a:gd name="connsiteX4" fmla="*/ 538360 w 1936501"/>
              <a:gd name="connsiteY4" fmla="*/ 163326 h 4209243"/>
              <a:gd name="connsiteX5" fmla="*/ 1410782 w 1936501"/>
              <a:gd name="connsiteY5" fmla="*/ 163326 h 4209243"/>
              <a:gd name="connsiteX6" fmla="*/ 1506922 w 1936501"/>
              <a:gd name="connsiteY6" fmla="*/ 55480 h 4209243"/>
              <a:gd name="connsiteX7" fmla="*/ 1506922 w 1936501"/>
              <a:gd name="connsiteY7" fmla="*/ 19925 h 4209243"/>
              <a:gd name="connsiteX8" fmla="*/ 1526723 w 1936501"/>
              <a:gd name="connsiteY8" fmla="*/ 0 h 4209243"/>
              <a:gd name="connsiteX9" fmla="*/ 1709414 w 1936501"/>
              <a:gd name="connsiteY9" fmla="*/ 0 h 4209243"/>
              <a:gd name="connsiteX10" fmla="*/ 1936501 w 1936501"/>
              <a:gd name="connsiteY10" fmla="*/ 228520 h 4209243"/>
              <a:gd name="connsiteX11" fmla="*/ 1936501 w 1936501"/>
              <a:gd name="connsiteY11" fmla="*/ 3980723 h 4209243"/>
              <a:gd name="connsiteX12" fmla="*/ 1709289 w 1936501"/>
              <a:gd name="connsiteY12" fmla="*/ 4209243 h 4209243"/>
              <a:gd name="connsiteX13" fmla="*/ 227212 w 1936501"/>
              <a:gd name="connsiteY13" fmla="*/ 4209243 h 4209243"/>
              <a:gd name="connsiteX14" fmla="*/ 0 w 1936501"/>
              <a:gd name="connsiteY14" fmla="*/ 3980723 h 4209243"/>
              <a:gd name="connsiteX15" fmla="*/ 0 w 1936501"/>
              <a:gd name="connsiteY15" fmla="*/ 228520 h 4209243"/>
              <a:gd name="connsiteX16" fmla="*/ 227212 w 1936501"/>
              <a:gd name="connsiteY16" fmla="*/ 0 h 420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6501" h="4209243">
                <a:moveTo>
                  <a:pt x="227212" y="0"/>
                </a:moveTo>
                <a:lnTo>
                  <a:pt x="423602" y="0"/>
                </a:lnTo>
                <a:cubicBezTo>
                  <a:pt x="434623" y="0"/>
                  <a:pt x="443527" y="8904"/>
                  <a:pt x="443527" y="19925"/>
                </a:cubicBezTo>
                <a:lnTo>
                  <a:pt x="443527" y="55480"/>
                </a:lnTo>
                <a:cubicBezTo>
                  <a:pt x="443527" y="115007"/>
                  <a:pt x="479082" y="163326"/>
                  <a:pt x="538360" y="163326"/>
                </a:cubicBezTo>
                <a:lnTo>
                  <a:pt x="1410782" y="163326"/>
                </a:lnTo>
                <a:cubicBezTo>
                  <a:pt x="1469997" y="163326"/>
                  <a:pt x="1506922" y="115007"/>
                  <a:pt x="1506922" y="55480"/>
                </a:cubicBezTo>
                <a:lnTo>
                  <a:pt x="1506922" y="19925"/>
                </a:lnTo>
                <a:cubicBezTo>
                  <a:pt x="1506859" y="8966"/>
                  <a:pt x="1515701" y="0"/>
                  <a:pt x="1526723" y="0"/>
                </a:cubicBezTo>
                <a:lnTo>
                  <a:pt x="1709414" y="0"/>
                </a:lnTo>
                <a:cubicBezTo>
                  <a:pt x="1834819" y="0"/>
                  <a:pt x="1936501" y="102305"/>
                  <a:pt x="1936501" y="228520"/>
                </a:cubicBezTo>
                <a:lnTo>
                  <a:pt x="1936501" y="3980723"/>
                </a:lnTo>
                <a:cubicBezTo>
                  <a:pt x="1936501" y="4106939"/>
                  <a:pt x="1834819" y="4209243"/>
                  <a:pt x="1709289" y="4209243"/>
                </a:cubicBezTo>
                <a:lnTo>
                  <a:pt x="227212" y="4209243"/>
                </a:lnTo>
                <a:cubicBezTo>
                  <a:pt x="101682" y="4209243"/>
                  <a:pt x="0" y="4106939"/>
                  <a:pt x="0" y="3980723"/>
                </a:cubicBezTo>
                <a:lnTo>
                  <a:pt x="0" y="228520"/>
                </a:lnTo>
                <a:cubicBezTo>
                  <a:pt x="0" y="102305"/>
                  <a:pt x="101682" y="0"/>
                  <a:pt x="227212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9349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67130C-6EFD-48F4-AEFD-FA441ED92B13}"/>
              </a:ext>
            </a:extLst>
          </p:cNvPr>
          <p:cNvGrpSpPr/>
          <p:nvPr userDrawn="1"/>
        </p:nvGrpSpPr>
        <p:grpSpPr>
          <a:xfrm rot="16200000">
            <a:off x="892504" y="-4041449"/>
            <a:ext cx="12092382" cy="15886101"/>
            <a:chOff x="-1783077" y="-572323"/>
            <a:chExt cx="15032944" cy="91265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4C8B7C3-F2E3-4698-B89D-4C202A60A93D}"/>
                </a:ext>
              </a:extLst>
            </p:cNvPr>
            <p:cNvSpPr/>
            <p:nvPr/>
          </p:nvSpPr>
          <p:spPr>
            <a:xfrm>
              <a:off x="-1783077" y="4245052"/>
              <a:ext cx="15032944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5700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A82E66A-4F1D-42C4-8DC9-C9AD1D2F8DC0}"/>
                </a:ext>
              </a:extLst>
            </p:cNvPr>
            <p:cNvSpPr/>
            <p:nvPr/>
          </p:nvSpPr>
          <p:spPr>
            <a:xfrm>
              <a:off x="164858" y="1644546"/>
              <a:ext cx="12397737" cy="57683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79CD3A6-173F-4276-B794-FDAFF2D415E9}"/>
                </a:ext>
              </a:extLst>
            </p:cNvPr>
            <p:cNvSpPr/>
            <p:nvPr/>
          </p:nvSpPr>
          <p:spPr>
            <a:xfrm rot="1487221">
              <a:off x="-337863" y="5283525"/>
              <a:ext cx="6977101" cy="1579709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49ABB9-BBFE-4838-8591-609A4661AE54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B8B88-6461-4C76-904E-C73D146A8642}"/>
                </a:ext>
              </a:extLst>
            </p:cNvPr>
            <p:cNvSpPr/>
            <p:nvPr/>
          </p:nvSpPr>
          <p:spPr>
            <a:xfrm>
              <a:off x="1470547" y="-572323"/>
              <a:ext cx="9700749" cy="1390201"/>
            </a:xfrm>
            <a:prstGeom prst="rect">
              <a:avLst/>
            </a:prstGeom>
            <a:gradFill flip="none" rotWithShape="1"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77A15019-ADFC-4A35-8869-2A1A8FF026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893" y="1592580"/>
            <a:ext cx="5501532" cy="346489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2113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57DD4B-3278-4693-A8B0-526C5E20A32B}"/>
              </a:ext>
            </a:extLst>
          </p:cNvPr>
          <p:cNvGrpSpPr/>
          <p:nvPr userDrawn="1"/>
        </p:nvGrpSpPr>
        <p:grpSpPr>
          <a:xfrm rot="10800000">
            <a:off x="-1605475" y="-2048195"/>
            <a:ext cx="15834360" cy="8906194"/>
            <a:chOff x="-1783080" y="-352002"/>
            <a:chExt cx="15834360" cy="890619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23E4BF-8515-45C3-9384-F278BEA69D72}"/>
                </a:ext>
              </a:extLst>
            </p:cNvPr>
            <p:cNvSpPr/>
            <p:nvPr/>
          </p:nvSpPr>
          <p:spPr>
            <a:xfrm>
              <a:off x="-1783080" y="4245051"/>
              <a:ext cx="15834360" cy="4251330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alpha val="57000"/>
                  </a:schemeClr>
                </a:gs>
                <a:gs pos="0">
                  <a:schemeClr val="accent1">
                    <a:alpha val="57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3661A7E-0737-475D-ADDE-C7F022C58C5F}"/>
                </a:ext>
              </a:extLst>
            </p:cNvPr>
            <p:cNvSpPr/>
            <p:nvPr/>
          </p:nvSpPr>
          <p:spPr>
            <a:xfrm>
              <a:off x="205277" y="-352002"/>
              <a:ext cx="11781446" cy="75620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A7D018-2C6A-4A5E-9988-67C461299054}"/>
                </a:ext>
              </a:extLst>
            </p:cNvPr>
            <p:cNvSpPr/>
            <p:nvPr/>
          </p:nvSpPr>
          <p:spPr>
            <a:xfrm rot="770292">
              <a:off x="11314" y="4495481"/>
              <a:ext cx="6977101" cy="3120912"/>
            </a:xfrm>
            <a:prstGeom prst="ellipse">
              <a:avLst/>
            </a:prstGeom>
            <a:solidFill>
              <a:schemeClr val="accent2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70096ED-5E06-4FEE-8E66-7EB6EC457455}"/>
                </a:ext>
              </a:extLst>
            </p:cNvPr>
            <p:cNvSpPr/>
            <p:nvPr/>
          </p:nvSpPr>
          <p:spPr>
            <a:xfrm>
              <a:off x="2254098" y="6271694"/>
              <a:ext cx="7230318" cy="2282498"/>
            </a:xfrm>
            <a:prstGeom prst="ellipse">
              <a:avLst/>
            </a:prstGeom>
            <a:solidFill>
              <a:schemeClr val="accent1">
                <a:alpha val="49000"/>
              </a:schemeClr>
            </a:solidFill>
            <a:ln>
              <a:noFill/>
            </a:ln>
            <a:effectLst>
              <a:softEdge rad="1079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789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F70CE4-74E6-4E7D-B022-847FE9451605}"/>
              </a:ext>
            </a:extLst>
          </p:cNvPr>
          <p:cNvGrpSpPr/>
          <p:nvPr userDrawn="1"/>
        </p:nvGrpSpPr>
        <p:grpSpPr>
          <a:xfrm>
            <a:off x="-2032195" y="-2653777"/>
            <a:ext cx="15834360" cy="11785755"/>
            <a:chOff x="-2032195" y="-2653777"/>
            <a:chExt cx="15834360" cy="1178575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A52AF00-1FD9-424D-B13D-B8DB24011F57}"/>
                </a:ext>
              </a:extLst>
            </p:cNvPr>
            <p:cNvGrpSpPr/>
            <p:nvPr/>
          </p:nvGrpSpPr>
          <p:grpSpPr>
            <a:xfrm flipV="1">
              <a:off x="-2032195" y="-2653777"/>
              <a:ext cx="15834360" cy="9131978"/>
              <a:chOff x="-1783080" y="-352002"/>
              <a:chExt cx="15834360" cy="913197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55DC00F-F68F-40BF-94DA-C141BAAF0D74}"/>
                  </a:ext>
                </a:extLst>
              </p:cNvPr>
              <p:cNvSpPr/>
              <p:nvPr/>
            </p:nvSpPr>
            <p:spPr>
              <a:xfrm>
                <a:off x="-1783080" y="2790092"/>
                <a:ext cx="15834360" cy="5989884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2">
                      <a:alpha val="57000"/>
                    </a:schemeClr>
                  </a:gs>
                  <a:gs pos="0">
                    <a:schemeClr val="accent1">
                      <a:alpha val="56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55929D8-C08D-48CA-B582-61A92C4F3861}"/>
                  </a:ext>
                </a:extLst>
              </p:cNvPr>
              <p:cNvSpPr/>
              <p:nvPr/>
            </p:nvSpPr>
            <p:spPr>
              <a:xfrm>
                <a:off x="205277" y="-352002"/>
                <a:ext cx="11781446" cy="75620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/>
                  <a:t>  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B96B61-B7F2-4986-B517-254D6282BAD0}"/>
                  </a:ext>
                </a:extLst>
              </p:cNvPr>
              <p:cNvSpPr/>
              <p:nvPr/>
            </p:nvSpPr>
            <p:spPr>
              <a:xfrm>
                <a:off x="2254098" y="6126199"/>
                <a:ext cx="7230318" cy="2282498"/>
              </a:xfrm>
              <a:prstGeom prst="ellipse">
                <a:avLst/>
              </a:prstGeom>
              <a:solidFill>
                <a:schemeClr val="accent1">
                  <a:alpha val="49000"/>
                </a:schemeClr>
              </a:soli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/>
                  <a:t>  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954442-D5BE-4DDA-8AF4-BEE169A5D2D5}"/>
                </a:ext>
              </a:extLst>
            </p:cNvPr>
            <p:cNvGrpSpPr/>
            <p:nvPr/>
          </p:nvGrpSpPr>
          <p:grpSpPr>
            <a:xfrm>
              <a:off x="-2032195" y="-444895"/>
              <a:ext cx="15834360" cy="9576873"/>
              <a:chOff x="-1783080" y="-796897"/>
              <a:chExt cx="15834360" cy="957687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9D527E-4DBC-4455-9428-69F1A81C3A80}"/>
                  </a:ext>
                </a:extLst>
              </p:cNvPr>
              <p:cNvSpPr/>
              <p:nvPr/>
            </p:nvSpPr>
            <p:spPr>
              <a:xfrm>
                <a:off x="-1783080" y="2790092"/>
                <a:ext cx="15834360" cy="5989884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2">
                      <a:alpha val="58000"/>
                    </a:schemeClr>
                  </a:gs>
                  <a:gs pos="0">
                    <a:schemeClr val="accent1">
                      <a:alpha val="61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592C284-7DD1-4EA9-9522-6AEA6EB66477}"/>
                  </a:ext>
                </a:extLst>
              </p:cNvPr>
              <p:cNvSpPr/>
              <p:nvPr/>
            </p:nvSpPr>
            <p:spPr>
              <a:xfrm>
                <a:off x="454392" y="-796897"/>
                <a:ext cx="11781446" cy="75620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/>
                  <a:t>  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C73474-497A-4F1A-9BC1-33760204E08A}"/>
                  </a:ext>
                </a:extLst>
              </p:cNvPr>
              <p:cNvSpPr/>
              <p:nvPr/>
            </p:nvSpPr>
            <p:spPr>
              <a:xfrm>
                <a:off x="2254098" y="6126199"/>
                <a:ext cx="7230318" cy="2282498"/>
              </a:xfrm>
              <a:prstGeom prst="ellipse">
                <a:avLst/>
              </a:prstGeom>
              <a:solidFill>
                <a:schemeClr val="accent1">
                  <a:alpha val="49000"/>
                </a:schemeClr>
              </a:solidFill>
              <a:ln>
                <a:noFill/>
              </a:ln>
              <a:effectLst>
                <a:softEdge rad="1079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/>
                  <a:t> 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644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89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 Programming Language: Everything You Need to Know - Loud Bench">
            <a:extLst>
              <a:ext uri="{FF2B5EF4-FFF2-40B4-BE49-F238E27FC236}">
                <a16:creationId xmlns:a16="http://schemas.microsoft.com/office/drawing/2014/main" id="{259771AD-E1B7-DB50-34E7-73ADF820B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666" y="1219200"/>
            <a:ext cx="8466667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267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0A6C58C-D5AD-2B09-52EE-C357E429BCD9}"/>
              </a:ext>
            </a:extLst>
          </p:cNvPr>
          <p:cNvSpPr txBox="1"/>
          <p:nvPr/>
        </p:nvSpPr>
        <p:spPr>
          <a:xfrm>
            <a:off x="609600" y="1257302"/>
            <a:ext cx="10972800" cy="373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CH" sz="6600" dirty="0"/>
              <a:t>Wer von euch hat schon einmal eine Deadline verpasst, weil ihr sie vergessen habt?</a:t>
            </a:r>
            <a:endParaRPr lang="id-ID" sz="6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24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4E2BD9D-858C-FFFE-1AB9-09C1CB81B3B8}"/>
              </a:ext>
            </a:extLst>
          </p:cNvPr>
          <p:cNvSpPr txBox="1"/>
          <p:nvPr/>
        </p:nvSpPr>
        <p:spPr>
          <a:xfrm>
            <a:off x="609600" y="1257302"/>
            <a:ext cx="109728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CH" sz="6600" dirty="0"/>
              <a:t>Studien zeigen: 70% der Studierenden verlieren Aufgaben aus den Augen, wenn sie mehrere parallel haben.</a:t>
            </a:r>
            <a:endParaRPr lang="id-ID" sz="6600" dirty="0">
              <a:latin typeface="+mj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1FF53B8-1A71-B44B-4B4E-1E03D7A0C755}"/>
              </a:ext>
            </a:extLst>
          </p:cNvPr>
          <p:cNvSpPr txBox="1"/>
          <p:nvPr/>
        </p:nvSpPr>
        <p:spPr>
          <a:xfrm>
            <a:off x="3592286" y="6286500"/>
            <a:ext cx="5388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dirty="0"/>
              <a:t>https://</a:t>
            </a:r>
            <a:r>
              <a:rPr lang="de-CH" sz="1100" dirty="0" err="1"/>
              <a:t>psychologie.unibas.ch</a:t>
            </a:r>
            <a:r>
              <a:rPr lang="de-CH" sz="1100" dirty="0"/>
              <a:t>/de/</a:t>
            </a:r>
            <a:r>
              <a:rPr lang="de-CH" sz="1100" dirty="0" err="1"/>
              <a:t>kppt</a:t>
            </a:r>
            <a:r>
              <a:rPr lang="de-CH" sz="1100" dirty="0"/>
              <a:t>/</a:t>
            </a:r>
            <a:r>
              <a:rPr lang="de-CH" sz="1100" dirty="0" err="1"/>
              <a:t>forschung</a:t>
            </a:r>
            <a:r>
              <a:rPr lang="de-CH" sz="1100" dirty="0"/>
              <a:t>/</a:t>
            </a:r>
            <a:r>
              <a:rPr lang="de-CH" sz="1100" dirty="0" err="1"/>
              <a:t>projekte</a:t>
            </a:r>
            <a:r>
              <a:rPr lang="de-CH" sz="1100" dirty="0"/>
              <a:t>/</a:t>
            </a:r>
            <a:r>
              <a:rPr lang="de-CH" sz="1100" dirty="0" err="1"/>
              <a:t>prokrastination</a:t>
            </a:r>
            <a:r>
              <a:rPr lang="de-CH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7991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30">
            <a:extLst>
              <a:ext uri="{FF2B5EF4-FFF2-40B4-BE49-F238E27FC236}">
                <a16:creationId xmlns:a16="http://schemas.microsoft.com/office/drawing/2014/main" id="{5A7DCB94-DA6E-2679-7160-FCFA09456094}"/>
              </a:ext>
            </a:extLst>
          </p:cNvPr>
          <p:cNvSpPr/>
          <p:nvPr/>
        </p:nvSpPr>
        <p:spPr>
          <a:xfrm>
            <a:off x="2749985" y="2249805"/>
            <a:ext cx="6692029" cy="235839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12CA32ED-7484-9131-A684-DC26AEF9CC97}"/>
              </a:ext>
            </a:extLst>
          </p:cNvPr>
          <p:cNvSpPr>
            <a:spLocks/>
          </p:cNvSpPr>
          <p:nvPr/>
        </p:nvSpPr>
        <p:spPr bwMode="auto">
          <a:xfrm>
            <a:off x="3464750" y="3136612"/>
            <a:ext cx="5262498" cy="5232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CH" sz="2800" b="1">
                <a:solidFill>
                  <a:schemeClr val="bg1"/>
                </a:solidFill>
                <a:latin typeface="Inter"/>
                <a:cs typeface="Sora ExtraBold" pitchFamily="2" charset="0"/>
              </a:rPr>
              <a:t>Wir bieten euch die Lösung…</a:t>
            </a:r>
            <a:endParaRPr lang="en-US" sz="2800" b="1">
              <a:solidFill>
                <a:schemeClr val="bg1"/>
              </a:solidFill>
              <a:latin typeface="Inter"/>
              <a:cs typeface="Sora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0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0D4FC9-DF73-4713-AE32-2349C560382E}"/>
              </a:ext>
            </a:extLst>
          </p:cNvPr>
          <p:cNvSpPr txBox="1"/>
          <p:nvPr/>
        </p:nvSpPr>
        <p:spPr>
          <a:xfrm>
            <a:off x="1508567" y="2199650"/>
            <a:ext cx="9174866" cy="19205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id-ID" sz="6600" b="1" dirty="0">
                <a:latin typeface="Inter"/>
              </a:rPr>
              <a:t>To-Do-</a:t>
            </a:r>
            <a:r>
              <a:rPr lang="id-ID" sz="6600" b="1" dirty="0" err="1">
                <a:latin typeface="Inter"/>
              </a:rPr>
              <a:t>List</a:t>
            </a:r>
            <a:r>
              <a:rPr lang="id-ID" sz="6600" b="1" dirty="0">
                <a:latin typeface="Inter"/>
              </a:rPr>
              <a:t> </a:t>
            </a:r>
            <a:r>
              <a:rPr lang="id-ID" sz="6600" b="1" dirty="0" err="1">
                <a:latin typeface="Inter"/>
              </a:rPr>
              <a:t>Manager</a:t>
            </a:r>
            <a:r>
              <a:rPr lang="id-ID" sz="6600" b="1" dirty="0">
                <a:latin typeface="Inter"/>
              </a:rPr>
              <a:t> </a:t>
            </a:r>
          </a:p>
          <a:p>
            <a:pPr algn="ctr">
              <a:lnSpc>
                <a:spcPct val="90000"/>
              </a:lnSpc>
            </a:pPr>
            <a:r>
              <a:rPr lang="id-ID" sz="6600" dirty="0" err="1">
                <a:latin typeface="Inter"/>
              </a:rPr>
              <a:t>mit</a:t>
            </a:r>
            <a:r>
              <a:rPr lang="id-ID" sz="6600" dirty="0">
                <a:latin typeface="Inter"/>
              </a:rPr>
              <a:t> </a:t>
            </a:r>
            <a:r>
              <a:rPr lang="id-ID" sz="6600" dirty="0" err="1">
                <a:latin typeface="Inter"/>
              </a:rPr>
              <a:t>Python</a:t>
            </a:r>
            <a:endParaRPr lang="id-ID" sz="6600"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7913A-A41F-49FD-936C-3E5008A814B2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BF6DA1-3344-4FF8-BE62-A0EADD948E2A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82B7F9-3023-485C-B532-BEAEA4632F56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8ADA2-428F-4FC2-98FC-8346C0F7357E}"/>
              </a:ext>
            </a:extLst>
          </p:cNvPr>
          <p:cNvSpPr txBox="1"/>
          <p:nvPr/>
        </p:nvSpPr>
        <p:spPr>
          <a:xfrm>
            <a:off x="2349371" y="4457970"/>
            <a:ext cx="7493258" cy="587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de-CH" sz="1400" dirty="0"/>
              <a:t>Wir wollten verstehen, was ein wirklich «</a:t>
            </a:r>
            <a:r>
              <a:rPr lang="de-CH" sz="1400" i="1" dirty="0"/>
              <a:t>hilfreicher»</a:t>
            </a:r>
            <a:r>
              <a:rPr lang="de-CH" sz="1400" dirty="0"/>
              <a:t> </a:t>
            </a:r>
            <a:r>
              <a:rPr lang="de-CH" sz="1400" dirty="0" err="1"/>
              <a:t>To</a:t>
            </a:r>
            <a:r>
              <a:rPr lang="de-CH" sz="1400" dirty="0"/>
              <a:t>-Do-Manager braucht </a:t>
            </a:r>
          </a:p>
          <a:p>
            <a:pPr algn="ctr">
              <a:lnSpc>
                <a:spcPct val="120000"/>
              </a:lnSpc>
            </a:pPr>
            <a:r>
              <a:rPr lang="de-CH" sz="1400" dirty="0"/>
              <a:t>und haben unseren eigenen entwickelt.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394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448A-6245-A018-8A5C-87CBC61B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AE99C-98AC-43B0-4921-80A2EFF8F03A}"/>
              </a:ext>
            </a:extLst>
          </p:cNvPr>
          <p:cNvSpPr txBox="1"/>
          <p:nvPr/>
        </p:nvSpPr>
        <p:spPr>
          <a:xfrm>
            <a:off x="500606" y="1742904"/>
            <a:ext cx="530583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dirty="0" err="1">
                <a:latin typeface="Inter"/>
              </a:rPr>
              <a:t>Inhaltsverzeichniss</a:t>
            </a:r>
            <a:endParaRPr lang="id-ID" dirty="0">
              <a:latin typeface="Urbanis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288B9E-BA21-DC0D-8D6E-0A6BFE575062}"/>
              </a:ext>
            </a:extLst>
          </p:cNvPr>
          <p:cNvSpPr/>
          <p:nvPr/>
        </p:nvSpPr>
        <p:spPr>
          <a:xfrm>
            <a:off x="6188455" y="1211750"/>
            <a:ext cx="5393945" cy="5074749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41BE34C-8F19-3B62-4EA2-78F7402CEB6A}"/>
              </a:ext>
            </a:extLst>
          </p:cNvPr>
          <p:cNvSpPr>
            <a:spLocks/>
          </p:cNvSpPr>
          <p:nvPr/>
        </p:nvSpPr>
        <p:spPr bwMode="auto">
          <a:xfrm>
            <a:off x="6555550" y="1471569"/>
            <a:ext cx="5135844" cy="45843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Begründung des gewählten Themas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Projektziele und -funktionen 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Projektmanagement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Highlights und Herausforderungen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Live-Demo der App-Funktionen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 sz="2000"/>
              <a:t>Fragerunde</a:t>
            </a:r>
            <a:endParaRPr lang="en-US" sz="2000">
              <a:latin typeface="+mj-lt"/>
              <a:cs typeface="Sora ExtraBold" pitchFamily="2" charset="0"/>
            </a:endParaRP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4020BE6A-E166-D8D9-0BD8-B51D606F94DB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95C0230C-81EE-7735-4771-E4FCB9C66FA2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8" name="Rectangle: Rounded Corners 17">
            <a:extLst>
              <a:ext uri="{FF2B5EF4-FFF2-40B4-BE49-F238E27FC236}">
                <a16:creationId xmlns:a16="http://schemas.microsoft.com/office/drawing/2014/main" id="{8A675999-23BA-3C99-C066-8DB2FA720154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264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C836-1396-F626-5491-7F607FBE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C5051B-46D4-BBA4-8505-CCB4045002D2}"/>
              </a:ext>
            </a:extLst>
          </p:cNvPr>
          <p:cNvSpPr/>
          <p:nvPr/>
        </p:nvSpPr>
        <p:spPr>
          <a:xfrm>
            <a:off x="496200" y="2622020"/>
            <a:ext cx="5354140" cy="3210976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D0223-99E4-42A3-CC1D-775817C432C9}"/>
              </a:ext>
            </a:extLst>
          </p:cNvPr>
          <p:cNvSpPr txBox="1"/>
          <p:nvPr/>
        </p:nvSpPr>
        <p:spPr>
          <a:xfrm>
            <a:off x="515126" y="992456"/>
            <a:ext cx="727389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err="1">
                <a:latin typeface="Inter"/>
              </a:rPr>
              <a:t>Warum</a:t>
            </a:r>
            <a:r>
              <a:rPr lang="id-ID" dirty="0">
                <a:latin typeface="Inter"/>
              </a:rPr>
              <a:t> </a:t>
            </a:r>
            <a:r>
              <a:rPr lang="id-ID" err="1">
                <a:latin typeface="Inter"/>
              </a:rPr>
              <a:t>ein</a:t>
            </a:r>
            <a:r>
              <a:rPr lang="id-ID" dirty="0">
                <a:latin typeface="Inter"/>
              </a:rPr>
              <a:t> </a:t>
            </a:r>
            <a:r>
              <a:rPr lang="id-ID" err="1">
                <a:latin typeface="Inter"/>
              </a:rPr>
              <a:t>Todo</a:t>
            </a:r>
            <a:endParaRPr lang="en-US" err="1">
              <a:latin typeface="Inter"/>
            </a:endParaRPr>
          </a:p>
          <a:p>
            <a:r>
              <a:rPr lang="id-ID" dirty="0" err="1">
                <a:latin typeface="Inter"/>
              </a:rPr>
              <a:t>Manager</a:t>
            </a:r>
            <a:r>
              <a:rPr lang="id-ID" dirty="0">
                <a:latin typeface="Inter"/>
              </a:rPr>
              <a:t>?</a:t>
            </a:r>
            <a:endParaRPr lang="en-US" dirty="0"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07402-A8C4-34A7-A68B-5216B9217361}"/>
              </a:ext>
            </a:extLst>
          </p:cNvPr>
          <p:cNvSpPr txBox="1"/>
          <p:nvPr/>
        </p:nvSpPr>
        <p:spPr>
          <a:xfrm>
            <a:off x="848936" y="2503128"/>
            <a:ext cx="4762155" cy="35084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b="1" dirty="0" err="1">
                <a:ea typeface="+mn-lt"/>
                <a:cs typeface="+mn-lt"/>
              </a:rPr>
              <a:t>Praxisbezug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 b="1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 err="1">
                <a:ea typeface="+mn-lt"/>
                <a:cs typeface="+mn-lt"/>
              </a:rPr>
              <a:t>Umsetzbarkeit</a:t>
            </a:r>
            <a:r>
              <a:rPr lang="en-US" sz="2000" b="1" dirty="0">
                <a:ea typeface="+mn-lt"/>
                <a:cs typeface="+mn-lt"/>
              </a:rPr>
              <a:t>: 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 err="1">
                <a:ea typeface="+mn-lt"/>
                <a:cs typeface="+mn-lt"/>
              </a:rPr>
              <a:t>z.B.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mit</a:t>
            </a:r>
            <a:r>
              <a:rPr lang="en-US" sz="2000" dirty="0">
                <a:ea typeface="+mn-lt"/>
                <a:cs typeface="+mn-lt"/>
              </a:rPr>
              <a:t> Listen, Dictionaries und </a:t>
            </a:r>
            <a:r>
              <a:rPr lang="en-US" sz="2000" dirty="0" err="1">
                <a:ea typeface="+mn-lt"/>
                <a:cs typeface="+mn-lt"/>
              </a:rPr>
              <a:t>Dateioperationen</a:t>
            </a:r>
            <a:r>
              <a:rPr lang="en-US" sz="2000" dirty="0">
                <a:ea typeface="+mn-lt"/>
                <a:cs typeface="+mn-lt"/>
              </a:rPr>
              <a:t>. </a:t>
            </a:r>
          </a:p>
          <a:p>
            <a:pPr marL="342900" indent="-342900">
              <a:buFont typeface="Arial"/>
              <a:buChar char="•"/>
            </a:pPr>
            <a:endParaRPr lang="en-US" sz="2000" b="1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 err="1">
                <a:ea typeface="+mn-lt"/>
                <a:cs typeface="+mn-lt"/>
              </a:rPr>
              <a:t>Erweiterbarkeit</a:t>
            </a:r>
            <a:r>
              <a:rPr lang="en-US" sz="2000" b="1" dirty="0">
                <a:ea typeface="+mn-lt"/>
                <a:cs typeface="+mn-lt"/>
              </a:rPr>
              <a:t>: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 err="1">
                <a:ea typeface="+mn-lt"/>
                <a:cs typeface="+mn-lt"/>
              </a:rPr>
              <a:t>z.B.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durch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Sortierung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Prioritäten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oder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einfache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Benutzeroberflächen</a:t>
            </a:r>
            <a:r>
              <a:rPr lang="en-US" sz="2000" dirty="0">
                <a:ea typeface="+mn-lt"/>
                <a:cs typeface="+mn-lt"/>
              </a:rPr>
              <a:t>. </a:t>
            </a:r>
            <a:endParaRPr lang="en-US" sz="2000" dirty="0"/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11028B9-113F-31B4-A903-6BB4D00BAE6B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25C9DE54-384A-1A13-273F-67E79CAB9C59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9" name="Rectangle: Rounded Corners 17">
            <a:extLst>
              <a:ext uri="{FF2B5EF4-FFF2-40B4-BE49-F238E27FC236}">
                <a16:creationId xmlns:a16="http://schemas.microsoft.com/office/drawing/2014/main" id="{4322A056-1E2E-4576-D772-201223C87261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6C3E2CF9-5896-C37A-852F-FC79A2C21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705" r="11705"/>
          <a:stretch/>
        </p:blipFill>
        <p:spPr>
          <a:xfrm>
            <a:off x="6323013" y="1371600"/>
            <a:ext cx="5126037" cy="4464050"/>
          </a:xfrm>
          <a:prstGeom prst="roundRect">
            <a:avLst>
              <a:gd name="adj" fmla="val 14509"/>
            </a:avLst>
          </a:prstGeom>
          <a:solidFill>
            <a:srgbClr val="E7E6E6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88722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0244-AEE6-BA6E-CF4E-71B00270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70B281-20AD-E4CB-6FA4-028DF76D3C45}"/>
              </a:ext>
            </a:extLst>
          </p:cNvPr>
          <p:cNvSpPr/>
          <p:nvPr/>
        </p:nvSpPr>
        <p:spPr>
          <a:xfrm>
            <a:off x="496200" y="2590801"/>
            <a:ext cx="10846864" cy="3491344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F52D8-266B-E283-223B-54A54668DC4F}"/>
              </a:ext>
            </a:extLst>
          </p:cNvPr>
          <p:cNvSpPr txBox="1"/>
          <p:nvPr/>
        </p:nvSpPr>
        <p:spPr>
          <a:xfrm>
            <a:off x="515125" y="992456"/>
            <a:ext cx="8296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dirty="0" err="1">
                <a:latin typeface="Inter"/>
              </a:rPr>
              <a:t>Projektziele</a:t>
            </a:r>
            <a:r>
              <a:rPr lang="id-ID" dirty="0">
                <a:latin typeface="Inter"/>
              </a:rPr>
              <a:t> </a:t>
            </a:r>
            <a:r>
              <a:rPr lang="id-ID" dirty="0" err="1">
                <a:latin typeface="Inter"/>
              </a:rPr>
              <a:t>und</a:t>
            </a:r>
            <a:r>
              <a:rPr lang="id-ID" dirty="0">
                <a:latin typeface="Inter"/>
              </a:rPr>
              <a:t> -</a:t>
            </a:r>
            <a:r>
              <a:rPr lang="id-ID" dirty="0" err="1">
                <a:latin typeface="Inter"/>
              </a:rPr>
              <a:t>funktionen</a:t>
            </a:r>
            <a:r>
              <a:rPr lang="id-ID" dirty="0">
                <a:latin typeface="Inter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57264-0EE8-003C-173C-D23CEA3FB195}"/>
              </a:ext>
            </a:extLst>
          </p:cNvPr>
          <p:cNvSpPr txBox="1"/>
          <p:nvPr/>
        </p:nvSpPr>
        <p:spPr>
          <a:xfrm>
            <a:off x="848936" y="2913730"/>
            <a:ext cx="10494128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CH" dirty="0"/>
              <a:t>Aufgaben können </a:t>
            </a:r>
            <a:r>
              <a:rPr lang="de-CH" b="1" dirty="0"/>
              <a:t>hinzugefügt, entfernt, geändert und als erledigt markiert </a:t>
            </a:r>
            <a:r>
              <a:rPr lang="de-CH" dirty="0"/>
              <a:t>werden.</a:t>
            </a:r>
          </a:p>
          <a:p>
            <a:pPr marL="342900" indent="-342900">
              <a:buFont typeface="+mj-lt"/>
              <a:buAutoNum type="arabicPeriod"/>
            </a:pPr>
            <a:endParaRPr lang="de-CH" dirty="0"/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Aufgaben werden in einer </a:t>
            </a:r>
            <a:r>
              <a:rPr lang="de-CH" b="1" dirty="0"/>
              <a:t>Datei gespeichert </a:t>
            </a:r>
            <a:r>
              <a:rPr lang="de-CH" dirty="0"/>
              <a:t>und beim Neustart wieder geladen. </a:t>
            </a:r>
          </a:p>
          <a:p>
            <a:pPr marL="342900" indent="-342900">
              <a:buFont typeface="+mj-lt"/>
              <a:buAutoNum type="arabicPeriod"/>
            </a:pPr>
            <a:endParaRPr lang="de-CH" dirty="0"/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Aufgaben können nach </a:t>
            </a:r>
            <a:r>
              <a:rPr lang="de-CH" b="1" dirty="0"/>
              <a:t>Datum, Status oder Priorität gefiltert </a:t>
            </a:r>
            <a:r>
              <a:rPr lang="de-CH" dirty="0"/>
              <a:t>werden.</a:t>
            </a:r>
          </a:p>
          <a:p>
            <a:pPr marL="342900" indent="-342900">
              <a:buFont typeface="+mj-lt"/>
              <a:buAutoNum type="arabicPeriod"/>
            </a:pPr>
            <a:endParaRPr lang="de-CH" dirty="0"/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Aufgaben können mit einer </a:t>
            </a:r>
            <a:r>
              <a:rPr lang="de-CH" b="1" dirty="0"/>
              <a:t>Sortierfunktion </a:t>
            </a:r>
            <a:r>
              <a:rPr lang="de-CH" dirty="0"/>
              <a:t>sortiert werden und/oder mit einer </a:t>
            </a:r>
            <a:r>
              <a:rPr lang="de-CH" b="1" dirty="0"/>
              <a:t>Textsuche </a:t>
            </a:r>
            <a:r>
              <a:rPr lang="de-CH" dirty="0"/>
              <a:t>gefunden werden. </a:t>
            </a:r>
          </a:p>
          <a:p>
            <a:pPr marL="342900" indent="-342900">
              <a:buFont typeface="+mj-lt"/>
              <a:buAutoNum type="arabicPeriod"/>
            </a:pPr>
            <a:endParaRPr lang="de-CH" dirty="0"/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Beim </a:t>
            </a:r>
            <a:r>
              <a:rPr lang="de-CH" b="1" dirty="0"/>
              <a:t>Start </a:t>
            </a:r>
            <a:r>
              <a:rPr lang="de-CH" dirty="0"/>
              <a:t>des </a:t>
            </a:r>
            <a:r>
              <a:rPr lang="de-CH" b="1" dirty="0"/>
              <a:t>Programms </a:t>
            </a:r>
            <a:r>
              <a:rPr lang="de-CH" dirty="0"/>
              <a:t>werden schon </a:t>
            </a:r>
            <a:r>
              <a:rPr lang="de-CH" b="1" dirty="0"/>
              <a:t>3 Beispiel als </a:t>
            </a:r>
            <a:r>
              <a:rPr lang="de-CH" b="1" dirty="0" err="1"/>
              <a:t>Todo’s</a:t>
            </a:r>
            <a:r>
              <a:rPr lang="de-CH" b="1" dirty="0"/>
              <a:t> </a:t>
            </a:r>
            <a:r>
              <a:rPr lang="de-CH" dirty="0"/>
              <a:t>gezeigt. 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0385C255-348D-CFDF-7AD8-3A9DC188831D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3E30E723-A2C7-5517-A229-D338CFDD2A00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9" name="Rectangle: Rounded Corners 17">
            <a:extLst>
              <a:ext uri="{FF2B5EF4-FFF2-40B4-BE49-F238E27FC236}">
                <a16:creationId xmlns:a16="http://schemas.microsoft.com/office/drawing/2014/main" id="{A55C2E5F-7DE0-0C64-B6EA-36F3B6DCC127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121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9090A-FC70-DBE2-3B0B-62FC0AD7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AD522E-CE2F-4C26-C8D1-19D118F03291}"/>
              </a:ext>
            </a:extLst>
          </p:cNvPr>
          <p:cNvSpPr txBox="1"/>
          <p:nvPr/>
        </p:nvSpPr>
        <p:spPr>
          <a:xfrm>
            <a:off x="1484743" y="774875"/>
            <a:ext cx="92225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pPr algn="ctr"/>
            <a:r>
              <a:rPr lang="id-ID" b="1" dirty="0">
                <a:latin typeface="Inter" panose="02000503000000020004" pitchFamily="2" charset="0"/>
                <a:ea typeface="Inter" panose="02000503000000020004" pitchFamily="2" charset="0"/>
              </a:rPr>
              <a:t>ZUSÄTZLICH:</a:t>
            </a:r>
            <a:endParaRPr lang="id-ID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44D8002-930A-9312-2F18-5F1F7BD29A94}"/>
              </a:ext>
            </a:extLst>
          </p:cNvPr>
          <p:cNvGrpSpPr/>
          <p:nvPr/>
        </p:nvGrpSpPr>
        <p:grpSpPr>
          <a:xfrm>
            <a:off x="1694515" y="2789614"/>
            <a:ext cx="2576346" cy="1278778"/>
            <a:chOff x="609600" y="3012019"/>
            <a:chExt cx="2576346" cy="137037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D53CF8E-411B-37FD-3854-BA95F25FD992}"/>
                </a:ext>
              </a:extLst>
            </p:cNvPr>
            <p:cNvSpPr/>
            <p:nvPr/>
          </p:nvSpPr>
          <p:spPr>
            <a:xfrm>
              <a:off x="609600" y="3012019"/>
              <a:ext cx="2576346" cy="1370370"/>
            </a:xfrm>
            <a:prstGeom prst="roundRect">
              <a:avLst>
                <a:gd name="adj" fmla="val 8612"/>
              </a:avLst>
            </a:prstGeom>
            <a:gradFill flip="none" rotWithShape="1">
              <a:gsLst>
                <a:gs pos="5000">
                  <a:schemeClr val="bg1">
                    <a:alpha val="25000"/>
                    <a:lumMod val="97000"/>
                  </a:schemeClr>
                </a:gs>
                <a:gs pos="6000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7200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</a:ln>
            <a:effectLst>
              <a:outerShdw blurRad="609600" dist="431800" dir="2700000" sx="95000" sy="95000" algn="tl" rotWithShape="0">
                <a:srgbClr val="3E3F74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7BA91C-EE17-8BD3-7C1C-B674E3135863}"/>
                </a:ext>
              </a:extLst>
            </p:cNvPr>
            <p:cNvSpPr txBox="1"/>
            <p:nvPr/>
          </p:nvSpPr>
          <p:spPr>
            <a:xfrm>
              <a:off x="749405" y="3052283"/>
              <a:ext cx="2309729" cy="1286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CH" sz="2400" dirty="0">
                  <a:latin typeface="+mj-lt"/>
                  <a:cs typeface="Sora ExtraBold" pitchFamily="2" charset="0"/>
                </a:rPr>
                <a:t>Speicher zurücksetzen (Backup + Neu)</a:t>
              </a:r>
              <a:endParaRPr lang="en-US" sz="2400" dirty="0">
                <a:latin typeface="+mj-lt"/>
                <a:cs typeface="Sora ExtraBold" pitchFamily="2" charset="0"/>
              </a:endParaRPr>
            </a:p>
          </p:txBody>
        </p:sp>
      </p:grpSp>
      <p:sp>
        <p:nvSpPr>
          <p:cNvPr id="2" name="TextBox 11">
            <a:extLst>
              <a:ext uri="{FF2B5EF4-FFF2-40B4-BE49-F238E27FC236}">
                <a16:creationId xmlns:a16="http://schemas.microsoft.com/office/drawing/2014/main" id="{695686D2-0399-7ABE-E616-26B9D8F5E96B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7107B90A-E246-46C2-8067-49176322880D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20" name="Rectangle: Rounded Corners 17">
            <a:extLst>
              <a:ext uri="{FF2B5EF4-FFF2-40B4-BE49-F238E27FC236}">
                <a16:creationId xmlns:a16="http://schemas.microsoft.com/office/drawing/2014/main" id="{43CFB598-80B8-7721-0F44-9238D84FA698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38" name="Group 18">
            <a:extLst>
              <a:ext uri="{FF2B5EF4-FFF2-40B4-BE49-F238E27FC236}">
                <a16:creationId xmlns:a16="http://schemas.microsoft.com/office/drawing/2014/main" id="{3F8879BF-BC9C-56A3-1AB7-777C31E7DECA}"/>
              </a:ext>
            </a:extLst>
          </p:cNvPr>
          <p:cNvGrpSpPr/>
          <p:nvPr/>
        </p:nvGrpSpPr>
        <p:grpSpPr>
          <a:xfrm>
            <a:off x="7921139" y="2789610"/>
            <a:ext cx="2576346" cy="1278777"/>
            <a:chOff x="609600" y="3012019"/>
            <a:chExt cx="2576346" cy="1370370"/>
          </a:xfrm>
        </p:grpSpPr>
        <p:sp>
          <p:nvSpPr>
            <p:cNvPr id="39" name="Rectangle: Rounded Corners 7">
              <a:extLst>
                <a:ext uri="{FF2B5EF4-FFF2-40B4-BE49-F238E27FC236}">
                  <a16:creationId xmlns:a16="http://schemas.microsoft.com/office/drawing/2014/main" id="{2B673015-3B30-3C70-5FC3-08879ECDF14B}"/>
                </a:ext>
              </a:extLst>
            </p:cNvPr>
            <p:cNvSpPr/>
            <p:nvPr/>
          </p:nvSpPr>
          <p:spPr>
            <a:xfrm>
              <a:off x="609600" y="3012019"/>
              <a:ext cx="2576346" cy="1370370"/>
            </a:xfrm>
            <a:prstGeom prst="roundRect">
              <a:avLst>
                <a:gd name="adj" fmla="val 8612"/>
              </a:avLst>
            </a:prstGeom>
            <a:gradFill flip="none" rotWithShape="1">
              <a:gsLst>
                <a:gs pos="5000">
                  <a:schemeClr val="bg1">
                    <a:alpha val="25000"/>
                    <a:lumMod val="97000"/>
                  </a:schemeClr>
                </a:gs>
                <a:gs pos="60000">
                  <a:schemeClr val="bg1">
                    <a:alpha val="2500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7200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</a:ln>
            <a:effectLst>
              <a:outerShdw blurRad="609600" dist="431800" dir="2700000" sx="95000" sy="95000" algn="tl" rotWithShape="0">
                <a:srgbClr val="3E3F74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AD654C3D-BB64-6CE5-7CF9-407A8327587A}"/>
                </a:ext>
              </a:extLst>
            </p:cNvPr>
            <p:cNvSpPr txBox="1"/>
            <p:nvPr/>
          </p:nvSpPr>
          <p:spPr>
            <a:xfrm>
              <a:off x="749405" y="3225255"/>
              <a:ext cx="2309729" cy="8905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CH" sz="2400" dirty="0">
                  <a:latin typeface="+mj-lt"/>
                  <a:cs typeface="Sora ExtraBold" pitchFamily="2" charset="0"/>
                </a:rPr>
                <a:t>Name abfragen,</a:t>
              </a:r>
            </a:p>
            <a:p>
              <a:r>
                <a:rPr lang="de-CH" sz="2400" dirty="0">
                  <a:latin typeface="+mj-lt"/>
                  <a:cs typeface="Sora ExtraBold" pitchFamily="2" charset="0"/>
                </a:rPr>
                <a:t>Persönlicher</a:t>
              </a:r>
              <a:endParaRPr lang="en-US" sz="2400" dirty="0">
                <a:latin typeface="+mj-lt"/>
                <a:cs typeface="Sora ExtraBold" pitchFamily="2" charset="0"/>
              </a:endParaRPr>
            </a:p>
          </p:txBody>
        </p:sp>
      </p:grpSp>
      <p:cxnSp>
        <p:nvCxnSpPr>
          <p:cNvPr id="41" name="Straight Connector 3">
            <a:extLst>
              <a:ext uri="{FF2B5EF4-FFF2-40B4-BE49-F238E27FC236}">
                <a16:creationId xmlns:a16="http://schemas.microsoft.com/office/drawing/2014/main" id="{E4C30DCE-6F64-1852-454C-600FAAC868B8}"/>
              </a:ext>
            </a:extLst>
          </p:cNvPr>
          <p:cNvCxnSpPr>
            <a:cxnSpLocks/>
            <a:stCxn id="8" idx="3"/>
            <a:endCxn id="39" idx="1"/>
          </p:cNvCxnSpPr>
          <p:nvPr/>
        </p:nvCxnSpPr>
        <p:spPr>
          <a:xfrm flipV="1">
            <a:off x="4270861" y="3428999"/>
            <a:ext cx="3650278" cy="1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68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637C-8D52-25F6-D359-609F833B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4A89688-261B-030A-DDF6-A24C6F047563}"/>
              </a:ext>
            </a:extLst>
          </p:cNvPr>
          <p:cNvSpPr/>
          <p:nvPr/>
        </p:nvSpPr>
        <p:spPr>
          <a:xfrm>
            <a:off x="496199" y="2309839"/>
            <a:ext cx="5599800" cy="3500870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39264-8D70-C169-6BA1-566C4F6BC091}"/>
              </a:ext>
            </a:extLst>
          </p:cNvPr>
          <p:cNvSpPr txBox="1"/>
          <p:nvPr/>
        </p:nvSpPr>
        <p:spPr>
          <a:xfrm>
            <a:off x="515125" y="992456"/>
            <a:ext cx="8296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dirty="0" err="1">
                <a:latin typeface="Inter"/>
              </a:rPr>
              <a:t>Funktionen</a:t>
            </a:r>
            <a:endParaRPr lang="id-ID" dirty="0"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DE124-2C57-3516-D40B-A19AE7B534D3}"/>
              </a:ext>
            </a:extLst>
          </p:cNvPr>
          <p:cNvSpPr txBox="1"/>
          <p:nvPr/>
        </p:nvSpPr>
        <p:spPr>
          <a:xfrm>
            <a:off x="848936" y="2914362"/>
            <a:ext cx="5123239" cy="22250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de-CH" dirty="0"/>
              <a:t>Start der Datei – in VS –Code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de-CH" dirty="0"/>
              <a:t>CSV wird generiert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de-CH" dirty="0"/>
              <a:t>Beispieldateien werden geladen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de-CH" dirty="0"/>
              <a:t>Der </a:t>
            </a:r>
            <a:r>
              <a:rPr lang="de-CH" dirty="0" err="1"/>
              <a:t>Todo</a:t>
            </a:r>
            <a:r>
              <a:rPr lang="de-CH" dirty="0"/>
              <a:t>-Manager ist einsatzbereit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3D88DA83-CADB-BC39-40AC-1118C69D15ED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C59D0B3F-7457-8BF3-AA21-883985BD2D2A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19" name="Rectangle: Rounded Corners 17">
            <a:extLst>
              <a:ext uri="{FF2B5EF4-FFF2-40B4-BE49-F238E27FC236}">
                <a16:creationId xmlns:a16="http://schemas.microsoft.com/office/drawing/2014/main" id="{DF5A908F-5A09-DB63-7804-A04F9818D121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: Rounded Corners 21">
            <a:extLst>
              <a:ext uri="{FF2B5EF4-FFF2-40B4-BE49-F238E27FC236}">
                <a16:creationId xmlns:a16="http://schemas.microsoft.com/office/drawing/2014/main" id="{6FEE0002-2F1F-85A6-8779-E8617BD9C3B3}"/>
              </a:ext>
            </a:extLst>
          </p:cNvPr>
          <p:cNvSpPr/>
          <p:nvPr/>
        </p:nvSpPr>
        <p:spPr>
          <a:xfrm>
            <a:off x="6344549" y="2309839"/>
            <a:ext cx="5599800" cy="3500870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84703FE3-B990-6253-62DC-8D49B9370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03" y="2567568"/>
            <a:ext cx="4379961" cy="300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62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DE3A2A-7CF7-4235-9F2F-3965E09F563B}"/>
              </a:ext>
            </a:extLst>
          </p:cNvPr>
          <p:cNvSpPr txBox="1"/>
          <p:nvPr/>
        </p:nvSpPr>
        <p:spPr>
          <a:xfrm>
            <a:off x="535775" y="2352504"/>
            <a:ext cx="530583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err="1">
                <a:ea typeface="+mj-lt"/>
                <a:cs typeface="+mj-lt"/>
              </a:rPr>
              <a:t>Projektmanagement</a:t>
            </a:r>
            <a:endParaRPr lang="en-US" err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A60E36-E806-402D-B162-CB28CA0C5A35}"/>
              </a:ext>
            </a:extLst>
          </p:cNvPr>
          <p:cNvSpPr/>
          <p:nvPr/>
        </p:nvSpPr>
        <p:spPr>
          <a:xfrm>
            <a:off x="6188455" y="1211751"/>
            <a:ext cx="5393945" cy="1516380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D586EC-480B-4A29-96F7-F50565EAD5B6}"/>
              </a:ext>
            </a:extLst>
          </p:cNvPr>
          <p:cNvGrpSpPr/>
          <p:nvPr/>
        </p:nvGrpSpPr>
        <p:grpSpPr>
          <a:xfrm>
            <a:off x="6555554" y="1471567"/>
            <a:ext cx="5092080" cy="1291061"/>
            <a:chOff x="6500380" y="1535355"/>
            <a:chExt cx="4922992" cy="1336426"/>
          </a:xfrm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68DC5838-0B4B-4573-89AA-2B32E6C22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380" y="1535355"/>
              <a:ext cx="4084394" cy="4141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de-CH" sz="2000">
                  <a:ea typeface="+mn-lt"/>
                  <a:cs typeface="+mn-lt"/>
                </a:rPr>
                <a:t>Planung</a:t>
              </a:r>
              <a:endParaRPr lang="de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9F074C-0712-42D0-97CC-0732E6AB8A6F}"/>
                </a:ext>
              </a:extLst>
            </p:cNvPr>
            <p:cNvSpPr/>
            <p:nvPr/>
          </p:nvSpPr>
          <p:spPr>
            <a:xfrm>
              <a:off x="6500380" y="1914747"/>
              <a:ext cx="4922992" cy="95703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Gemeinsame</a:t>
              </a:r>
              <a:r>
                <a:rPr 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sz="140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Planung</a:t>
              </a:r>
              <a:r>
                <a:rPr lang="en-US"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 der Datenstruktur und Programmarchitektur.</a:t>
              </a: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/>
            </a:p>
            <a:p>
              <a:pPr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BE3CE1-4FC7-441E-AEEA-1823AA75379D}"/>
              </a:ext>
            </a:extLst>
          </p:cNvPr>
          <p:cNvSpPr/>
          <p:nvPr/>
        </p:nvSpPr>
        <p:spPr>
          <a:xfrm>
            <a:off x="6188455" y="2909058"/>
            <a:ext cx="5393945" cy="1516380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C2DD87-3A95-42F8-9A23-C0A4BD99DE49}"/>
              </a:ext>
            </a:extLst>
          </p:cNvPr>
          <p:cNvGrpSpPr/>
          <p:nvPr/>
        </p:nvGrpSpPr>
        <p:grpSpPr>
          <a:xfrm>
            <a:off x="6555552" y="3168873"/>
            <a:ext cx="4847149" cy="1315683"/>
            <a:chOff x="6500380" y="1535355"/>
            <a:chExt cx="4686195" cy="1361912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7C759A95-C7BD-4BF4-A398-CF3C4612B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380" y="1535355"/>
              <a:ext cx="4686195" cy="73276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err="1">
                  <a:ea typeface="+mn-lt"/>
                  <a:cs typeface="+mn-lt"/>
                </a:rPr>
                <a:t>Arbeitsverteilung</a:t>
              </a:r>
              <a:r>
                <a:rPr lang="en-US" sz="2000">
                  <a:ea typeface="+mn-lt"/>
                  <a:cs typeface="+mn-lt"/>
                </a:rPr>
                <a:t> </a:t>
              </a:r>
              <a:r>
                <a:rPr lang="en-US" sz="2000" err="1">
                  <a:ea typeface="+mn-lt"/>
                  <a:cs typeface="+mn-lt"/>
                </a:rPr>
                <a:t>im</a:t>
              </a:r>
              <a:r>
                <a:rPr lang="en-US" sz="2000">
                  <a:ea typeface="+mn-lt"/>
                  <a:cs typeface="+mn-lt"/>
                </a:rPr>
                <a:t> Team</a:t>
              </a:r>
            </a:p>
            <a:p>
              <a:endParaRPr lang="en-US" sz="2000">
                <a:ea typeface="+mn-lt"/>
                <a:cs typeface="+mn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BE7D28-A707-42A6-9D60-B94E04A5189F}"/>
                </a:ext>
              </a:extLst>
            </p:cNvPr>
            <p:cNvSpPr/>
            <p:nvPr/>
          </p:nvSpPr>
          <p:spPr>
            <a:xfrm>
              <a:off x="6500380" y="1914745"/>
              <a:ext cx="3812034" cy="98252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de-CH"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Wir haben die Arbeiten untereinander aufgeteilt </a:t>
              </a:r>
              <a:endParaRPr lang="de-CH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de-CH"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+mn-lt"/>
                  <a:cs typeface="+mn-lt"/>
                </a:rPr>
                <a:t>Matthias: </a:t>
              </a:r>
              <a:r>
                <a:rPr lang="de-CH" sz="1200" err="1">
                  <a:solidFill>
                    <a:srgbClr val="000000"/>
                  </a:solidFill>
                  <a:latin typeface="Aptos"/>
                  <a:ea typeface="+mn-lt"/>
                  <a:cs typeface="+mn-lt"/>
                </a:rPr>
                <a:t>task_menu</a:t>
              </a:r>
              <a:r>
                <a:rPr lang="de-CH" sz="1200">
                  <a:solidFill>
                    <a:srgbClr val="000000"/>
                  </a:solidFill>
                  <a:latin typeface="Aptos"/>
                  <a:ea typeface="+mn-lt"/>
                  <a:cs typeface="+mn-lt"/>
                </a:rPr>
                <a:t> / </a:t>
              </a:r>
              <a:r>
                <a:rPr lang="de-CH" sz="1200" err="1">
                  <a:solidFill>
                    <a:srgbClr val="000000"/>
                  </a:solidFill>
                  <a:latin typeface="Aptos"/>
                  <a:ea typeface="+mn-lt"/>
                  <a:cs typeface="+mn-lt"/>
                </a:rPr>
                <a:t>reset</a:t>
              </a:r>
              <a:r>
                <a:rPr lang="de-CH" sz="1200">
                  <a:solidFill>
                    <a:srgbClr val="000000"/>
                  </a:solidFill>
                  <a:latin typeface="Aptos"/>
                  <a:ea typeface="+mn-lt"/>
                  <a:cs typeface="+mn-lt"/>
                </a:rPr>
                <a:t> / </a:t>
              </a:r>
              <a:r>
                <a:rPr lang="de-CH" sz="1200" err="1">
                  <a:solidFill>
                    <a:srgbClr val="000000"/>
                  </a:solidFill>
                  <a:latin typeface="Aptos"/>
                  <a:ea typeface="+mn-lt"/>
                  <a:cs typeface="+mn-lt"/>
                </a:rPr>
                <a:t>input_validation</a:t>
              </a:r>
              <a:endParaRPr lang="de-CH" err="1"/>
            </a:p>
            <a:p>
              <a:r>
                <a:rPr lang="de-CH" sz="1200">
                  <a:solidFill>
                    <a:srgbClr val="000000"/>
                  </a:solidFill>
                  <a:latin typeface="Aptos"/>
                </a:rPr>
                <a:t>Joël: todo_manager_v1 / </a:t>
              </a:r>
              <a:r>
                <a:rPr lang="de-CH" sz="1200" err="1">
                  <a:solidFill>
                    <a:srgbClr val="000000"/>
                  </a:solidFill>
                  <a:latin typeface="Aptos"/>
                </a:rPr>
                <a:t>hilfsfunktionen</a:t>
              </a:r>
              <a:endParaRPr lang="de-CH" sz="1200" err="1">
                <a:solidFill>
                  <a:srgbClr val="444444"/>
                </a:solidFill>
                <a:latin typeface="Aptos"/>
              </a:endParaRPr>
            </a:p>
            <a:p>
              <a:pPr>
                <a:lnSpc>
                  <a:spcPct val="120000"/>
                </a:lnSpc>
              </a:pPr>
              <a:endParaRPr lang="de-CH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880BA39-7524-4F94-93DC-D49582515C87}"/>
              </a:ext>
            </a:extLst>
          </p:cNvPr>
          <p:cNvSpPr/>
          <p:nvPr/>
        </p:nvSpPr>
        <p:spPr>
          <a:xfrm>
            <a:off x="6188455" y="4606365"/>
            <a:ext cx="5393945" cy="15163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A86EDA-CBEE-4EF7-8DE0-B3610FC25A20}"/>
              </a:ext>
            </a:extLst>
          </p:cNvPr>
          <p:cNvGrpSpPr/>
          <p:nvPr/>
        </p:nvGrpSpPr>
        <p:grpSpPr>
          <a:xfrm>
            <a:off x="6555553" y="4866181"/>
            <a:ext cx="3942964" cy="700128"/>
            <a:chOff x="6500380" y="1535355"/>
            <a:chExt cx="3812034" cy="724729"/>
          </a:xfrm>
        </p:grpSpPr>
        <p:sp>
          <p:nvSpPr>
            <p:cNvPr id="33" name="Rectangle 9">
              <a:extLst>
                <a:ext uri="{FF2B5EF4-FFF2-40B4-BE49-F238E27FC236}">
                  <a16:creationId xmlns:a16="http://schemas.microsoft.com/office/drawing/2014/main" id="{D0E350FF-B6D1-45B0-A984-1E3300547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380" y="1535355"/>
              <a:ext cx="3461036" cy="414169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err="1">
                  <a:solidFill>
                    <a:schemeClr val="bg1"/>
                  </a:solidFill>
                  <a:ea typeface="+mn-lt"/>
                  <a:cs typeface="+mn-lt"/>
                </a:rPr>
                <a:t>Geminsame</a:t>
              </a:r>
              <a:r>
                <a:rPr lang="en-US" sz="2000">
                  <a:solidFill>
                    <a:schemeClr val="bg1"/>
                  </a:solidFill>
                  <a:ea typeface="+mn-lt"/>
                  <a:cs typeface="+mn-lt"/>
                </a:rPr>
                <a:t> </a:t>
              </a:r>
              <a:r>
                <a:rPr lang="en-US" sz="2000" err="1">
                  <a:solidFill>
                    <a:schemeClr val="bg1"/>
                  </a:solidFill>
                  <a:ea typeface="+mn-lt"/>
                  <a:cs typeface="+mn-lt"/>
                </a:rPr>
                <a:t>Absprache</a:t>
              </a:r>
              <a:endParaRPr lang="en-US" err="1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976C20-3EA1-46A5-BDC7-B4DEBFE7AA78}"/>
                </a:ext>
              </a:extLst>
            </p:cNvPr>
            <p:cNvSpPr/>
            <p:nvPr/>
          </p:nvSpPr>
          <p:spPr>
            <a:xfrm>
              <a:off x="6500380" y="1914745"/>
              <a:ext cx="3812034" cy="3453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de-CH" sz="1400">
                  <a:solidFill>
                    <a:schemeClr val="bg1"/>
                  </a:solidFill>
                  <a:ea typeface="+mn-lt"/>
                  <a:cs typeface="+mn-lt"/>
                </a:rPr>
                <a:t>Regelmässiges absprechen und Code-Reviews</a:t>
              </a:r>
            </a:p>
          </p:txBody>
        </p:sp>
      </p:grpSp>
      <p:sp>
        <p:nvSpPr>
          <p:cNvPr id="46" name="TextBox 11">
            <a:extLst>
              <a:ext uri="{FF2B5EF4-FFF2-40B4-BE49-F238E27FC236}">
                <a16:creationId xmlns:a16="http://schemas.microsoft.com/office/drawing/2014/main" id="{E1872C18-E763-C2DF-318A-BC5931C6C50E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9785DB32-AD5C-E361-53FA-611433C937E1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8" name="Rectangle: Rounded Corners 17">
            <a:extLst>
              <a:ext uri="{FF2B5EF4-FFF2-40B4-BE49-F238E27FC236}">
                <a16:creationId xmlns:a16="http://schemas.microsoft.com/office/drawing/2014/main" id="{F2BE0324-A726-F120-29B3-4AC5B204E5D2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693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2957-23D5-4DF8-F49D-F97C1B88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677CB-646A-F38D-7245-C2EC61C4E538}"/>
              </a:ext>
            </a:extLst>
          </p:cNvPr>
          <p:cNvSpPr txBox="1"/>
          <p:nvPr/>
        </p:nvSpPr>
        <p:spPr>
          <a:xfrm>
            <a:off x="535775" y="1074688"/>
            <a:ext cx="530583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de-CH">
                <a:latin typeface="Inter"/>
              </a:rPr>
              <a:t>Highlights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EBF287-2B27-DB8A-617A-627CB07B430E}"/>
              </a:ext>
            </a:extLst>
          </p:cNvPr>
          <p:cNvSpPr/>
          <p:nvPr/>
        </p:nvSpPr>
        <p:spPr>
          <a:xfrm>
            <a:off x="420701" y="2806088"/>
            <a:ext cx="5393945" cy="3480411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9CF082F-9E50-4DB8-5712-B24093B17B40}"/>
              </a:ext>
            </a:extLst>
          </p:cNvPr>
          <p:cNvSpPr>
            <a:spLocks/>
          </p:cNvSpPr>
          <p:nvPr/>
        </p:nvSpPr>
        <p:spPr bwMode="auto">
          <a:xfrm>
            <a:off x="787796" y="2890061"/>
            <a:ext cx="5135844" cy="34369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>
                <a:latin typeface="Inter"/>
              </a:rPr>
              <a:t>Das zusammen arbeiten im Team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>
                <a:latin typeface="Inter"/>
                <a:cs typeface="Sora ExtraBold" pitchFamily="2" charset="0"/>
              </a:rPr>
              <a:t>Benutzerfreundliche Bedienung 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>
                <a:latin typeface="Inter"/>
                <a:cs typeface="Sora ExtraBold" pitchFamily="2" charset="0"/>
              </a:rPr>
              <a:t>Aufteilen des Codes in Dateien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de-CH">
                <a:latin typeface="Inter"/>
                <a:cs typeface="Sora ExtraBold" pitchFamily="2" charset="0"/>
              </a:rPr>
              <a:t>Möglichkeiten Python (Programme)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de-CH">
              <a:latin typeface="Inter"/>
              <a:cs typeface="Sora ExtraBold" pitchFamily="2" charset="0"/>
            </a:endParaRP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0BA5C217-07AA-0A5C-DCAB-98BC4FAC4FD6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CC1A9C5F-0B58-D001-069A-9B899EB7C893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8" name="Rectangle: Rounded Corners 17">
            <a:extLst>
              <a:ext uri="{FF2B5EF4-FFF2-40B4-BE49-F238E27FC236}">
                <a16:creationId xmlns:a16="http://schemas.microsoft.com/office/drawing/2014/main" id="{58AA97AE-9AC7-C44B-8A67-C06E96041A6C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>
                <a:solidFill>
                  <a:schemeClr val="tx1"/>
                </a:solidFill>
                <a:latin typeface="+mj-lt"/>
              </a:rPr>
              <a:t>15.12.2025</a:t>
            </a:r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49890-B3DA-26A8-E8D3-DD023C495881}"/>
              </a:ext>
            </a:extLst>
          </p:cNvPr>
          <p:cNvSpPr txBox="1"/>
          <p:nvPr/>
        </p:nvSpPr>
        <p:spPr>
          <a:xfrm>
            <a:off x="6186297" y="1074687"/>
            <a:ext cx="5305834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de-CH">
                <a:latin typeface="Inter"/>
              </a:rPr>
              <a:t>Herausforderung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A04FC6-F480-4EBC-01D6-461E445BEBB0}"/>
              </a:ext>
            </a:extLst>
          </p:cNvPr>
          <p:cNvSpPr/>
          <p:nvPr/>
        </p:nvSpPr>
        <p:spPr>
          <a:xfrm>
            <a:off x="6293961" y="2806087"/>
            <a:ext cx="5393945" cy="3480411"/>
          </a:xfrm>
          <a:prstGeom prst="round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5000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2700000" scaled="1"/>
          </a:gradFill>
          <a:ln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800000" scaled="0"/>
            </a:gradFill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545695E-C2B3-797B-A676-DE90ACC81AFE}"/>
              </a:ext>
            </a:extLst>
          </p:cNvPr>
          <p:cNvSpPr>
            <a:spLocks/>
          </p:cNvSpPr>
          <p:nvPr/>
        </p:nvSpPr>
        <p:spPr bwMode="auto">
          <a:xfrm>
            <a:off x="6215579" y="2901783"/>
            <a:ext cx="5135844" cy="7371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de-CH" sz="2000">
              <a:latin typeface="Inter"/>
              <a:cs typeface="Sora ExtraBold" pitchFamily="2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5ABE323-BD35-12A6-5549-5B6A4BC07017}"/>
              </a:ext>
            </a:extLst>
          </p:cNvPr>
          <p:cNvSpPr>
            <a:spLocks/>
          </p:cNvSpPr>
          <p:nvPr/>
        </p:nvSpPr>
        <p:spPr bwMode="auto">
          <a:xfrm>
            <a:off x="6479808" y="3190039"/>
            <a:ext cx="5135844" cy="20313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>
                <a:latin typeface="Inter" panose="02000503000000020004" pitchFamily="2" charset="0"/>
                <a:ea typeface="Inter" panose="02000503000000020004" pitchFamily="2" charset="0"/>
                <a:cs typeface="InaiMathi" pitchFamily="2" charset="0"/>
              </a:rPr>
              <a:t>Problem: Wenn die CSV-Datei manuell verändert oder sonst ein Fehler passierte, gingen die gespeicherten Daten verloren</a:t>
            </a:r>
            <a:endParaRPr lang="en-US">
              <a:latin typeface="Inter" panose="02000503000000020004" pitchFamily="2" charset="0"/>
              <a:ea typeface="Inter" panose="02000503000000020004" pitchFamily="2" charset="0"/>
              <a:cs typeface="InaiMathi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>
              <a:latin typeface="Inter" panose="02000503000000020004" pitchFamily="2" charset="0"/>
              <a:ea typeface="Inter" panose="02000503000000020004" pitchFamily="2" charset="0"/>
              <a:cs typeface="InaiMathi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>
                <a:latin typeface="Inter" panose="02000503000000020004" pitchFamily="2" charset="0"/>
                <a:ea typeface="Inter" panose="02000503000000020004" pitchFamily="2" charset="0"/>
                <a:cs typeface="InaiMathi" pitchFamily="2" charset="0"/>
              </a:rPr>
              <a:t>Lösung: Implementierung einer Backup-Logik, die den aktuellen Stand dauerhaft in einer Datei sichert.</a:t>
            </a:r>
          </a:p>
        </p:txBody>
      </p:sp>
    </p:spTree>
    <p:extLst>
      <p:ext uri="{BB962C8B-B14F-4D97-AF65-F5344CB8AC3E}">
        <p14:creationId xmlns:p14="http://schemas.microsoft.com/office/powerpoint/2010/main" val="1673013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3E863-E731-41CF-A161-E5A2812DBFC6}"/>
              </a:ext>
            </a:extLst>
          </p:cNvPr>
          <p:cNvSpPr txBox="1"/>
          <p:nvPr/>
        </p:nvSpPr>
        <p:spPr>
          <a:xfrm>
            <a:off x="486716" y="141316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r>
              <a:rPr lang="id-ID" b="1" dirty="0">
                <a:latin typeface="Inter ExtraBold" panose="02000503000000020004" pitchFamily="2" charset="0"/>
                <a:ea typeface="Inter ExtraBold" panose="02000503000000020004" pitchFamily="2" charset="0"/>
              </a:rPr>
              <a:t>Live-Demo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4DEEF0-67D3-4E8F-B448-9590CB686F0B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580090" y="2182607"/>
            <a:ext cx="2953661" cy="0"/>
          </a:xfrm>
          <a:prstGeom prst="line">
            <a:avLst/>
          </a:prstGeom>
          <a:ln w="50800" cap="rnd">
            <a:solidFill>
              <a:schemeClr val="accent1">
                <a:shade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A3CE54F4-10EB-4866-9B6D-2D9E992F3231}"/>
              </a:ext>
            </a:extLst>
          </p:cNvPr>
          <p:cNvGrpSpPr/>
          <p:nvPr/>
        </p:nvGrpSpPr>
        <p:grpSpPr>
          <a:xfrm>
            <a:off x="3636598" y="1227488"/>
            <a:ext cx="7670393" cy="4403023"/>
            <a:chOff x="5796182" y="1529958"/>
            <a:chExt cx="6395818" cy="3671381"/>
          </a:xfrm>
        </p:grpSpPr>
        <p:grpSp>
          <p:nvGrpSpPr>
            <p:cNvPr id="34" name="Graphic 11">
              <a:extLst>
                <a:ext uri="{FF2B5EF4-FFF2-40B4-BE49-F238E27FC236}">
                  <a16:creationId xmlns:a16="http://schemas.microsoft.com/office/drawing/2014/main" id="{485081BB-6682-40CD-B7BC-C73CEBCD3D1B}"/>
                </a:ext>
              </a:extLst>
            </p:cNvPr>
            <p:cNvGrpSpPr/>
            <p:nvPr/>
          </p:nvGrpSpPr>
          <p:grpSpPr>
            <a:xfrm>
              <a:off x="5796182" y="1529958"/>
              <a:ext cx="6395818" cy="3671381"/>
              <a:chOff x="5796182" y="1529958"/>
              <a:chExt cx="6395818" cy="3671381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34EB6FA-8158-438F-87F1-B1860E9EA07A}"/>
                  </a:ext>
                </a:extLst>
              </p:cNvPr>
              <p:cNvSpPr/>
              <p:nvPr/>
            </p:nvSpPr>
            <p:spPr>
              <a:xfrm>
                <a:off x="5796182" y="5095119"/>
                <a:ext cx="6395818" cy="106220"/>
              </a:xfrm>
              <a:custGeom>
                <a:avLst/>
                <a:gdLst>
                  <a:gd name="connsiteX0" fmla="*/ 0 w 6395818"/>
                  <a:gd name="connsiteY0" fmla="*/ 0 h 106220"/>
                  <a:gd name="connsiteX1" fmla="*/ 694952 w 6395818"/>
                  <a:gd name="connsiteY1" fmla="*/ 106220 h 106220"/>
                  <a:gd name="connsiteX2" fmla="*/ 3197909 w 6395818"/>
                  <a:gd name="connsiteY2" fmla="*/ 106220 h 106220"/>
                  <a:gd name="connsiteX3" fmla="*/ 5700866 w 6395818"/>
                  <a:gd name="connsiteY3" fmla="*/ 106220 h 106220"/>
                  <a:gd name="connsiteX4" fmla="*/ 6395818 w 6395818"/>
                  <a:gd name="connsiteY4" fmla="*/ 0 h 106220"/>
                  <a:gd name="connsiteX5" fmla="*/ 3197909 w 6395818"/>
                  <a:gd name="connsiteY5" fmla="*/ 0 h 106220"/>
                  <a:gd name="connsiteX6" fmla="*/ 0 w 6395818"/>
                  <a:gd name="connsiteY6" fmla="*/ 0 h 10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95818" h="106220">
                    <a:moveTo>
                      <a:pt x="0" y="0"/>
                    </a:moveTo>
                    <a:cubicBezTo>
                      <a:pt x="224871" y="70060"/>
                      <a:pt x="458781" y="106220"/>
                      <a:pt x="694952" y="106220"/>
                    </a:cubicBezTo>
                    <a:lnTo>
                      <a:pt x="3197909" y="106220"/>
                    </a:lnTo>
                    <a:lnTo>
                      <a:pt x="5700866" y="106220"/>
                    </a:lnTo>
                    <a:cubicBezTo>
                      <a:pt x="5935907" y="106220"/>
                      <a:pt x="6170947" y="70060"/>
                      <a:pt x="6395818" y="0"/>
                    </a:cubicBezTo>
                    <a:lnTo>
                      <a:pt x="319790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75554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grpSp>
            <p:nvGrpSpPr>
              <p:cNvPr id="36" name="Graphic 11">
                <a:extLst>
                  <a:ext uri="{FF2B5EF4-FFF2-40B4-BE49-F238E27FC236}">
                    <a16:creationId xmlns:a16="http://schemas.microsoft.com/office/drawing/2014/main" id="{F885D17D-40D1-4180-9ADB-798CB41ACC73}"/>
                  </a:ext>
                </a:extLst>
              </p:cNvPr>
              <p:cNvGrpSpPr/>
              <p:nvPr/>
            </p:nvGrpSpPr>
            <p:grpSpPr>
              <a:xfrm>
                <a:off x="5796182" y="5056699"/>
                <a:ext cx="6395818" cy="53109"/>
                <a:chOff x="5796182" y="5056699"/>
                <a:chExt cx="6395818" cy="53109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DA43B055-E8A4-4898-B2FA-10D832DEEF7A}"/>
                    </a:ext>
                  </a:extLst>
                </p:cNvPr>
                <p:cNvSpPr/>
                <p:nvPr/>
              </p:nvSpPr>
              <p:spPr>
                <a:xfrm>
                  <a:off x="5796182" y="5056699"/>
                  <a:ext cx="2663417" cy="49720"/>
                </a:xfrm>
                <a:custGeom>
                  <a:avLst/>
                  <a:gdLst>
                    <a:gd name="connsiteX0" fmla="*/ 0 w 2663417"/>
                    <a:gd name="connsiteY0" fmla="*/ 0 h 49720"/>
                    <a:gd name="connsiteX1" fmla="*/ 0 w 2663417"/>
                    <a:gd name="connsiteY1" fmla="*/ 38420 h 49720"/>
                    <a:gd name="connsiteX2" fmla="*/ 2578667 w 2663417"/>
                    <a:gd name="connsiteY2" fmla="*/ 38420 h 49720"/>
                    <a:gd name="connsiteX3" fmla="*/ 2654378 w 2663417"/>
                    <a:gd name="connsiteY3" fmla="*/ 47460 h 49720"/>
                    <a:gd name="connsiteX4" fmla="*/ 2663418 w 2663417"/>
                    <a:gd name="connsiteY4" fmla="*/ 49720 h 49720"/>
                    <a:gd name="connsiteX5" fmla="*/ 2663418 w 2663417"/>
                    <a:gd name="connsiteY5" fmla="*/ 0 h 49720"/>
                    <a:gd name="connsiteX6" fmla="*/ 0 w 2663417"/>
                    <a:gd name="connsiteY6" fmla="*/ 0 h 49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3417" h="49720">
                      <a:moveTo>
                        <a:pt x="0" y="0"/>
                      </a:moveTo>
                      <a:lnTo>
                        <a:pt x="0" y="38420"/>
                      </a:lnTo>
                      <a:lnTo>
                        <a:pt x="2578667" y="38420"/>
                      </a:lnTo>
                      <a:cubicBezTo>
                        <a:pt x="2603527" y="38420"/>
                        <a:pt x="2629517" y="41810"/>
                        <a:pt x="2654378" y="47460"/>
                      </a:cubicBezTo>
                      <a:cubicBezTo>
                        <a:pt x="2657768" y="48590"/>
                        <a:pt x="2660028" y="48590"/>
                        <a:pt x="2663418" y="49720"/>
                      </a:cubicBezTo>
                      <a:lnTo>
                        <a:pt x="26634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67676"/>
                </a:solidFill>
                <a:ln w="112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id-ID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B649D5D6-F5CF-40A1-B078-B80DAFA1C3B9}"/>
                    </a:ext>
                  </a:extLst>
                </p:cNvPr>
                <p:cNvSpPr/>
                <p:nvPr/>
              </p:nvSpPr>
              <p:spPr>
                <a:xfrm>
                  <a:off x="9529712" y="5056699"/>
                  <a:ext cx="2662287" cy="49720"/>
                </a:xfrm>
                <a:custGeom>
                  <a:avLst/>
                  <a:gdLst>
                    <a:gd name="connsiteX0" fmla="*/ 2662288 w 2662287"/>
                    <a:gd name="connsiteY0" fmla="*/ 0 h 49720"/>
                    <a:gd name="connsiteX1" fmla="*/ 2662288 w 2662287"/>
                    <a:gd name="connsiteY1" fmla="*/ 38420 h 49720"/>
                    <a:gd name="connsiteX2" fmla="*/ 84750 w 2662287"/>
                    <a:gd name="connsiteY2" fmla="*/ 38420 h 49720"/>
                    <a:gd name="connsiteX3" fmla="*/ 9040 w 2662287"/>
                    <a:gd name="connsiteY3" fmla="*/ 47460 h 49720"/>
                    <a:gd name="connsiteX4" fmla="*/ 0 w 2662287"/>
                    <a:gd name="connsiteY4" fmla="*/ 49720 h 49720"/>
                    <a:gd name="connsiteX5" fmla="*/ 0 w 2662287"/>
                    <a:gd name="connsiteY5" fmla="*/ 0 h 49720"/>
                    <a:gd name="connsiteX6" fmla="*/ 2662288 w 2662287"/>
                    <a:gd name="connsiteY6" fmla="*/ 0 h 49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2287" h="49720">
                      <a:moveTo>
                        <a:pt x="2662288" y="0"/>
                      </a:moveTo>
                      <a:lnTo>
                        <a:pt x="2662288" y="38420"/>
                      </a:lnTo>
                      <a:lnTo>
                        <a:pt x="84750" y="38420"/>
                      </a:lnTo>
                      <a:cubicBezTo>
                        <a:pt x="59890" y="38420"/>
                        <a:pt x="33900" y="41810"/>
                        <a:pt x="9040" y="47460"/>
                      </a:cubicBezTo>
                      <a:cubicBezTo>
                        <a:pt x="5650" y="48590"/>
                        <a:pt x="3390" y="48590"/>
                        <a:pt x="0" y="49720"/>
                      </a:cubicBezTo>
                      <a:lnTo>
                        <a:pt x="0" y="0"/>
                      </a:lnTo>
                      <a:lnTo>
                        <a:pt x="2662288" y="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 w="112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id-ID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2FF0B3B-D14D-4865-A7F2-23A81F592EC9}"/>
                    </a:ext>
                  </a:extLst>
                </p:cNvPr>
                <p:cNvSpPr/>
                <p:nvPr/>
              </p:nvSpPr>
              <p:spPr>
                <a:xfrm>
                  <a:off x="8457339" y="5056699"/>
                  <a:ext cx="1072372" cy="53109"/>
                </a:xfrm>
                <a:custGeom>
                  <a:avLst/>
                  <a:gdLst>
                    <a:gd name="connsiteX0" fmla="*/ 1072373 w 1072372"/>
                    <a:gd name="connsiteY0" fmla="*/ 0 h 53109"/>
                    <a:gd name="connsiteX1" fmla="*/ 1072373 w 1072372"/>
                    <a:gd name="connsiteY1" fmla="*/ 49720 h 53109"/>
                    <a:gd name="connsiteX2" fmla="*/ 1038473 w 1072372"/>
                    <a:gd name="connsiteY2" fmla="*/ 53110 h 53109"/>
                    <a:gd name="connsiteX3" fmla="*/ 33900 w 1072372"/>
                    <a:gd name="connsiteY3" fmla="*/ 53110 h 53109"/>
                    <a:gd name="connsiteX4" fmla="*/ 0 w 1072372"/>
                    <a:gd name="connsiteY4" fmla="*/ 49720 h 53109"/>
                    <a:gd name="connsiteX5" fmla="*/ 0 w 1072372"/>
                    <a:gd name="connsiteY5" fmla="*/ 0 h 53109"/>
                    <a:gd name="connsiteX6" fmla="*/ 1072373 w 1072372"/>
                    <a:gd name="connsiteY6" fmla="*/ 0 h 53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2372" h="53109">
                      <a:moveTo>
                        <a:pt x="1072373" y="0"/>
                      </a:moveTo>
                      <a:lnTo>
                        <a:pt x="1072373" y="49720"/>
                      </a:lnTo>
                      <a:cubicBezTo>
                        <a:pt x="1061073" y="51980"/>
                        <a:pt x="1049773" y="53110"/>
                        <a:pt x="1038473" y="53110"/>
                      </a:cubicBezTo>
                      <a:lnTo>
                        <a:pt x="33900" y="53110"/>
                      </a:lnTo>
                      <a:cubicBezTo>
                        <a:pt x="22600" y="53110"/>
                        <a:pt x="11300" y="51980"/>
                        <a:pt x="0" y="49720"/>
                      </a:cubicBezTo>
                      <a:lnTo>
                        <a:pt x="0" y="0"/>
                      </a:lnTo>
                      <a:lnTo>
                        <a:pt x="1072373" y="0"/>
                      </a:lnTo>
                      <a:close/>
                    </a:path>
                  </a:pathLst>
                </a:custGeom>
                <a:solidFill>
                  <a:srgbClr val="565656"/>
                </a:solidFill>
                <a:ln w="112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id-ID"/>
                </a:p>
              </p:txBody>
            </p:sp>
          </p:grp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7C03B78-08AE-4AB5-A16B-37508DD03BDE}"/>
                  </a:ext>
                </a:extLst>
              </p:cNvPr>
              <p:cNvSpPr/>
              <p:nvPr/>
            </p:nvSpPr>
            <p:spPr>
              <a:xfrm>
                <a:off x="5796182" y="5052179"/>
                <a:ext cx="2663417" cy="49720"/>
              </a:xfrm>
              <a:custGeom>
                <a:avLst/>
                <a:gdLst>
                  <a:gd name="connsiteX0" fmla="*/ 0 w 2663417"/>
                  <a:gd name="connsiteY0" fmla="*/ 0 h 49720"/>
                  <a:gd name="connsiteX1" fmla="*/ 0 w 2663417"/>
                  <a:gd name="connsiteY1" fmla="*/ 38420 h 49720"/>
                  <a:gd name="connsiteX2" fmla="*/ 2578667 w 2663417"/>
                  <a:gd name="connsiteY2" fmla="*/ 38420 h 49720"/>
                  <a:gd name="connsiteX3" fmla="*/ 2654378 w 2663417"/>
                  <a:gd name="connsiteY3" fmla="*/ 47460 h 49720"/>
                  <a:gd name="connsiteX4" fmla="*/ 2663418 w 2663417"/>
                  <a:gd name="connsiteY4" fmla="*/ 49720 h 49720"/>
                  <a:gd name="connsiteX5" fmla="*/ 2663418 w 2663417"/>
                  <a:gd name="connsiteY5" fmla="*/ 0 h 49720"/>
                  <a:gd name="connsiteX6" fmla="*/ 0 w 2663417"/>
                  <a:gd name="connsiteY6" fmla="*/ 0 h 4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3417" h="49720">
                    <a:moveTo>
                      <a:pt x="0" y="0"/>
                    </a:moveTo>
                    <a:lnTo>
                      <a:pt x="0" y="38420"/>
                    </a:lnTo>
                    <a:lnTo>
                      <a:pt x="2578667" y="38420"/>
                    </a:lnTo>
                    <a:cubicBezTo>
                      <a:pt x="2603527" y="38420"/>
                      <a:pt x="2629517" y="41810"/>
                      <a:pt x="2654378" y="47460"/>
                    </a:cubicBezTo>
                    <a:cubicBezTo>
                      <a:pt x="2657768" y="48590"/>
                      <a:pt x="2660028" y="48590"/>
                      <a:pt x="2663418" y="49720"/>
                    </a:cubicBezTo>
                    <a:lnTo>
                      <a:pt x="26634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A7A7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C0D4EE1B-993F-4A89-AED4-E74877082E3C}"/>
                  </a:ext>
                </a:extLst>
              </p:cNvPr>
              <p:cNvSpPr/>
              <p:nvPr/>
            </p:nvSpPr>
            <p:spPr>
              <a:xfrm>
                <a:off x="6379263" y="1552558"/>
                <a:ext cx="5228524" cy="3490581"/>
              </a:xfrm>
              <a:custGeom>
                <a:avLst/>
                <a:gdLst>
                  <a:gd name="connsiteX0" fmla="*/ 5071454 w 5228524"/>
                  <a:gd name="connsiteY0" fmla="*/ 0 h 3490581"/>
                  <a:gd name="connsiteX1" fmla="*/ 159330 w 5228524"/>
                  <a:gd name="connsiteY1" fmla="*/ 0 h 3490581"/>
                  <a:gd name="connsiteX2" fmla="*/ 0 w 5228524"/>
                  <a:gd name="connsiteY2" fmla="*/ 159331 h 3490581"/>
                  <a:gd name="connsiteX3" fmla="*/ 0 w 5228524"/>
                  <a:gd name="connsiteY3" fmla="*/ 3490581 h 3490581"/>
                  <a:gd name="connsiteX4" fmla="*/ 22600 w 5228524"/>
                  <a:gd name="connsiteY4" fmla="*/ 3490581 h 3490581"/>
                  <a:gd name="connsiteX5" fmla="*/ 22600 w 5228524"/>
                  <a:gd name="connsiteY5" fmla="*/ 136730 h 3490581"/>
                  <a:gd name="connsiteX6" fmla="*/ 23730 w 5228524"/>
                  <a:gd name="connsiteY6" fmla="*/ 116390 h 3490581"/>
                  <a:gd name="connsiteX7" fmla="*/ 24860 w 5228524"/>
                  <a:gd name="connsiteY7" fmla="*/ 109610 h 3490581"/>
                  <a:gd name="connsiteX8" fmla="*/ 25990 w 5228524"/>
                  <a:gd name="connsiteY8" fmla="*/ 102830 h 3490581"/>
                  <a:gd name="connsiteX9" fmla="*/ 28250 w 5228524"/>
                  <a:gd name="connsiteY9" fmla="*/ 96050 h 3490581"/>
                  <a:gd name="connsiteX10" fmla="*/ 55370 w 5228524"/>
                  <a:gd name="connsiteY10" fmla="*/ 47460 h 3490581"/>
                  <a:gd name="connsiteX11" fmla="*/ 59890 w 5228524"/>
                  <a:gd name="connsiteY11" fmla="*/ 42940 h 3490581"/>
                  <a:gd name="connsiteX12" fmla="*/ 62150 w 5228524"/>
                  <a:gd name="connsiteY12" fmla="*/ 40680 h 3490581"/>
                  <a:gd name="connsiteX13" fmla="*/ 84750 w 5228524"/>
                  <a:gd name="connsiteY13" fmla="*/ 22600 h 3490581"/>
                  <a:gd name="connsiteX14" fmla="*/ 93790 w 5228524"/>
                  <a:gd name="connsiteY14" fmla="*/ 18080 h 3490581"/>
                  <a:gd name="connsiteX15" fmla="*/ 102830 w 5228524"/>
                  <a:gd name="connsiteY15" fmla="*/ 13560 h 3490581"/>
                  <a:gd name="connsiteX16" fmla="*/ 102830 w 5228524"/>
                  <a:gd name="connsiteY16" fmla="*/ 13560 h 3490581"/>
                  <a:gd name="connsiteX17" fmla="*/ 109610 w 5228524"/>
                  <a:gd name="connsiteY17" fmla="*/ 10170 h 3490581"/>
                  <a:gd name="connsiteX18" fmla="*/ 109610 w 5228524"/>
                  <a:gd name="connsiteY18" fmla="*/ 10170 h 3490581"/>
                  <a:gd name="connsiteX19" fmla="*/ 159330 w 5228524"/>
                  <a:gd name="connsiteY19" fmla="*/ 0 h 3490581"/>
                  <a:gd name="connsiteX20" fmla="*/ 5071454 w 5228524"/>
                  <a:gd name="connsiteY20" fmla="*/ 0 h 3490581"/>
                  <a:gd name="connsiteX21" fmla="*/ 5135865 w 5228524"/>
                  <a:gd name="connsiteY21" fmla="*/ 16950 h 3490581"/>
                  <a:gd name="connsiteX22" fmla="*/ 5144905 w 5228524"/>
                  <a:gd name="connsiteY22" fmla="*/ 21470 h 3490581"/>
                  <a:gd name="connsiteX23" fmla="*/ 5155075 w 5228524"/>
                  <a:gd name="connsiteY23" fmla="*/ 29380 h 3490581"/>
                  <a:gd name="connsiteX24" fmla="*/ 5155075 w 5228524"/>
                  <a:gd name="connsiteY24" fmla="*/ 29380 h 3490581"/>
                  <a:gd name="connsiteX25" fmla="*/ 5159595 w 5228524"/>
                  <a:gd name="connsiteY25" fmla="*/ 33900 h 3490581"/>
                  <a:gd name="connsiteX26" fmla="*/ 5159595 w 5228524"/>
                  <a:gd name="connsiteY26" fmla="*/ 33900 h 3490581"/>
                  <a:gd name="connsiteX27" fmla="*/ 5166375 w 5228524"/>
                  <a:gd name="connsiteY27" fmla="*/ 40680 h 3490581"/>
                  <a:gd name="connsiteX28" fmla="*/ 5168635 w 5228524"/>
                  <a:gd name="connsiteY28" fmla="*/ 42940 h 3490581"/>
                  <a:gd name="connsiteX29" fmla="*/ 5173155 w 5228524"/>
                  <a:gd name="connsiteY29" fmla="*/ 47460 h 3490581"/>
                  <a:gd name="connsiteX30" fmla="*/ 5205925 w 5228524"/>
                  <a:gd name="connsiteY30" fmla="*/ 136730 h 3490581"/>
                  <a:gd name="connsiteX31" fmla="*/ 5205925 w 5228524"/>
                  <a:gd name="connsiteY31" fmla="*/ 3490581 h 3490581"/>
                  <a:gd name="connsiteX32" fmla="*/ 5228525 w 5228524"/>
                  <a:gd name="connsiteY32" fmla="*/ 3490581 h 3490581"/>
                  <a:gd name="connsiteX33" fmla="*/ 5228525 w 5228524"/>
                  <a:gd name="connsiteY33" fmla="*/ 149160 h 3490581"/>
                  <a:gd name="connsiteX34" fmla="*/ 5071454 w 5228524"/>
                  <a:gd name="connsiteY34" fmla="*/ 0 h 3490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228524" h="3490581">
                    <a:moveTo>
                      <a:pt x="5071454" y="0"/>
                    </a:moveTo>
                    <a:lnTo>
                      <a:pt x="159330" y="0"/>
                    </a:lnTo>
                    <a:cubicBezTo>
                      <a:pt x="71190" y="0"/>
                      <a:pt x="0" y="71190"/>
                      <a:pt x="0" y="159331"/>
                    </a:cubicBezTo>
                    <a:lnTo>
                      <a:pt x="0" y="3490581"/>
                    </a:lnTo>
                    <a:lnTo>
                      <a:pt x="22600" y="3490581"/>
                    </a:lnTo>
                    <a:lnTo>
                      <a:pt x="22600" y="136730"/>
                    </a:lnTo>
                    <a:cubicBezTo>
                      <a:pt x="22600" y="129950"/>
                      <a:pt x="22600" y="123170"/>
                      <a:pt x="23730" y="116390"/>
                    </a:cubicBezTo>
                    <a:cubicBezTo>
                      <a:pt x="23730" y="114130"/>
                      <a:pt x="24860" y="111870"/>
                      <a:pt x="24860" y="109610"/>
                    </a:cubicBezTo>
                    <a:cubicBezTo>
                      <a:pt x="24860" y="107350"/>
                      <a:pt x="25990" y="105090"/>
                      <a:pt x="25990" y="102830"/>
                    </a:cubicBezTo>
                    <a:cubicBezTo>
                      <a:pt x="27120" y="100570"/>
                      <a:pt x="27120" y="98310"/>
                      <a:pt x="28250" y="96050"/>
                    </a:cubicBezTo>
                    <a:cubicBezTo>
                      <a:pt x="33900" y="77970"/>
                      <a:pt x="42940" y="61020"/>
                      <a:pt x="55370" y="47460"/>
                    </a:cubicBezTo>
                    <a:cubicBezTo>
                      <a:pt x="56500" y="46330"/>
                      <a:pt x="58760" y="44070"/>
                      <a:pt x="59890" y="42940"/>
                    </a:cubicBezTo>
                    <a:cubicBezTo>
                      <a:pt x="61020" y="41810"/>
                      <a:pt x="61020" y="41810"/>
                      <a:pt x="62150" y="40680"/>
                    </a:cubicBezTo>
                    <a:cubicBezTo>
                      <a:pt x="68930" y="33900"/>
                      <a:pt x="76840" y="27120"/>
                      <a:pt x="84750" y="22600"/>
                    </a:cubicBezTo>
                    <a:cubicBezTo>
                      <a:pt x="87010" y="20340"/>
                      <a:pt x="90400" y="19210"/>
                      <a:pt x="93790" y="18080"/>
                    </a:cubicBezTo>
                    <a:cubicBezTo>
                      <a:pt x="97180" y="16950"/>
                      <a:pt x="99440" y="14690"/>
                      <a:pt x="102830" y="13560"/>
                    </a:cubicBezTo>
                    <a:cubicBezTo>
                      <a:pt x="102830" y="13560"/>
                      <a:pt x="102830" y="13560"/>
                      <a:pt x="102830" y="13560"/>
                    </a:cubicBezTo>
                    <a:cubicBezTo>
                      <a:pt x="105090" y="11300"/>
                      <a:pt x="107350" y="11300"/>
                      <a:pt x="109610" y="10170"/>
                    </a:cubicBezTo>
                    <a:cubicBezTo>
                      <a:pt x="109610" y="10170"/>
                      <a:pt x="109610" y="10170"/>
                      <a:pt x="109610" y="10170"/>
                    </a:cubicBezTo>
                    <a:cubicBezTo>
                      <a:pt x="124300" y="3390"/>
                      <a:pt x="141250" y="0"/>
                      <a:pt x="159330" y="0"/>
                    </a:cubicBezTo>
                    <a:lnTo>
                      <a:pt x="5071454" y="0"/>
                    </a:lnTo>
                    <a:cubicBezTo>
                      <a:pt x="5094055" y="0"/>
                      <a:pt x="5116655" y="6780"/>
                      <a:pt x="5135865" y="16950"/>
                    </a:cubicBezTo>
                    <a:cubicBezTo>
                      <a:pt x="5139255" y="18080"/>
                      <a:pt x="5141515" y="20340"/>
                      <a:pt x="5144905" y="21470"/>
                    </a:cubicBezTo>
                    <a:cubicBezTo>
                      <a:pt x="5148295" y="23730"/>
                      <a:pt x="5151685" y="25990"/>
                      <a:pt x="5155075" y="29380"/>
                    </a:cubicBezTo>
                    <a:cubicBezTo>
                      <a:pt x="5155075" y="29380"/>
                      <a:pt x="5155075" y="29380"/>
                      <a:pt x="5155075" y="29380"/>
                    </a:cubicBezTo>
                    <a:cubicBezTo>
                      <a:pt x="5157335" y="30510"/>
                      <a:pt x="5158465" y="31640"/>
                      <a:pt x="5159595" y="33900"/>
                    </a:cubicBezTo>
                    <a:cubicBezTo>
                      <a:pt x="5159595" y="33900"/>
                      <a:pt x="5159595" y="33900"/>
                      <a:pt x="5159595" y="33900"/>
                    </a:cubicBezTo>
                    <a:cubicBezTo>
                      <a:pt x="5161855" y="36160"/>
                      <a:pt x="5164115" y="38420"/>
                      <a:pt x="5166375" y="40680"/>
                    </a:cubicBezTo>
                    <a:cubicBezTo>
                      <a:pt x="5167505" y="41810"/>
                      <a:pt x="5167505" y="41810"/>
                      <a:pt x="5168635" y="42940"/>
                    </a:cubicBezTo>
                    <a:cubicBezTo>
                      <a:pt x="5169765" y="44070"/>
                      <a:pt x="5172025" y="46330"/>
                      <a:pt x="5173155" y="47460"/>
                    </a:cubicBezTo>
                    <a:cubicBezTo>
                      <a:pt x="5193495" y="71190"/>
                      <a:pt x="5205925" y="102830"/>
                      <a:pt x="5205925" y="136730"/>
                    </a:cubicBezTo>
                    <a:lnTo>
                      <a:pt x="5205925" y="3490581"/>
                    </a:lnTo>
                    <a:lnTo>
                      <a:pt x="5228525" y="3490581"/>
                    </a:lnTo>
                    <a:lnTo>
                      <a:pt x="5228525" y="149160"/>
                    </a:lnTo>
                    <a:cubicBezTo>
                      <a:pt x="5225135" y="66670"/>
                      <a:pt x="5156205" y="0"/>
                      <a:pt x="50714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549CB80-F7BA-4605-B8A1-BFFFD63E67E9}"/>
                  </a:ext>
                </a:extLst>
              </p:cNvPr>
              <p:cNvSpPr/>
              <p:nvPr/>
            </p:nvSpPr>
            <p:spPr>
              <a:xfrm>
                <a:off x="6379263" y="1529958"/>
                <a:ext cx="5230784" cy="181930"/>
              </a:xfrm>
              <a:custGeom>
                <a:avLst/>
                <a:gdLst>
                  <a:gd name="connsiteX0" fmla="*/ 0 w 5230784"/>
                  <a:gd name="connsiteY0" fmla="*/ 159331 h 181930"/>
                  <a:gd name="connsiteX1" fmla="*/ 159330 w 5230784"/>
                  <a:gd name="connsiteY1" fmla="*/ 0 h 181930"/>
                  <a:gd name="connsiteX2" fmla="*/ 5071454 w 5230784"/>
                  <a:gd name="connsiteY2" fmla="*/ 0 h 181930"/>
                  <a:gd name="connsiteX3" fmla="*/ 5230785 w 5230784"/>
                  <a:gd name="connsiteY3" fmla="*/ 159331 h 181930"/>
                  <a:gd name="connsiteX4" fmla="*/ 5230785 w 5230784"/>
                  <a:gd name="connsiteY4" fmla="*/ 171761 h 181930"/>
                  <a:gd name="connsiteX5" fmla="*/ 5071454 w 5230784"/>
                  <a:gd name="connsiteY5" fmla="*/ 22600 h 181930"/>
                  <a:gd name="connsiteX6" fmla="*/ 159330 w 5230784"/>
                  <a:gd name="connsiteY6" fmla="*/ 22600 h 181930"/>
                  <a:gd name="connsiteX7" fmla="*/ 0 w 5230784"/>
                  <a:gd name="connsiteY7" fmla="*/ 181931 h 181930"/>
                  <a:gd name="connsiteX8" fmla="*/ 0 w 5230784"/>
                  <a:gd name="connsiteY8" fmla="*/ 159331 h 18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0784" h="181930">
                    <a:moveTo>
                      <a:pt x="0" y="159331"/>
                    </a:moveTo>
                    <a:cubicBezTo>
                      <a:pt x="0" y="71190"/>
                      <a:pt x="71190" y="0"/>
                      <a:pt x="159330" y="0"/>
                    </a:cubicBezTo>
                    <a:lnTo>
                      <a:pt x="5071454" y="0"/>
                    </a:lnTo>
                    <a:cubicBezTo>
                      <a:pt x="5159595" y="0"/>
                      <a:pt x="5230785" y="71190"/>
                      <a:pt x="5230785" y="159331"/>
                    </a:cubicBezTo>
                    <a:lnTo>
                      <a:pt x="5230785" y="171761"/>
                    </a:lnTo>
                    <a:cubicBezTo>
                      <a:pt x="5225135" y="89270"/>
                      <a:pt x="5156205" y="22600"/>
                      <a:pt x="5071454" y="22600"/>
                    </a:cubicBezTo>
                    <a:lnTo>
                      <a:pt x="159330" y="22600"/>
                    </a:lnTo>
                    <a:cubicBezTo>
                      <a:pt x="71190" y="22600"/>
                      <a:pt x="0" y="93790"/>
                      <a:pt x="0" y="181931"/>
                    </a:cubicBezTo>
                    <a:lnTo>
                      <a:pt x="0" y="159331"/>
                    </a:lnTo>
                    <a:close/>
                  </a:path>
                </a:pathLst>
              </a:custGeom>
              <a:solidFill>
                <a:schemeClr val="accent2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0CB2C1C-BDEC-4C93-85D1-F1B0FD2F3511}"/>
                  </a:ext>
                </a:extLst>
              </p:cNvPr>
              <p:cNvSpPr/>
              <p:nvPr/>
            </p:nvSpPr>
            <p:spPr>
              <a:xfrm>
                <a:off x="6401863" y="4931269"/>
                <a:ext cx="5184454" cy="111870"/>
              </a:xfrm>
              <a:custGeom>
                <a:avLst/>
                <a:gdLst>
                  <a:gd name="connsiteX0" fmla="*/ 0 w 5184454"/>
                  <a:gd name="connsiteY0" fmla="*/ 0 h 111870"/>
                  <a:gd name="connsiteX1" fmla="*/ 5184455 w 5184454"/>
                  <a:gd name="connsiteY1" fmla="*/ 0 h 111870"/>
                  <a:gd name="connsiteX2" fmla="*/ 5184455 w 5184454"/>
                  <a:gd name="connsiteY2" fmla="*/ 111870 h 111870"/>
                  <a:gd name="connsiteX3" fmla="*/ 0 w 5184454"/>
                  <a:gd name="connsiteY3" fmla="*/ 111870 h 111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84454" h="111870">
                    <a:moveTo>
                      <a:pt x="0" y="0"/>
                    </a:moveTo>
                    <a:lnTo>
                      <a:pt x="5184455" y="0"/>
                    </a:lnTo>
                    <a:lnTo>
                      <a:pt x="5184455" y="111870"/>
                    </a:lnTo>
                    <a:lnTo>
                      <a:pt x="0" y="111870"/>
                    </a:lnTo>
                    <a:close/>
                  </a:path>
                </a:pathLst>
              </a:custGeom>
              <a:solidFill>
                <a:srgbClr val="212121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D6A7294-1BCB-4A2C-888A-F631C13318E5}"/>
                  </a:ext>
                </a:extLst>
              </p:cNvPr>
              <p:cNvSpPr/>
              <p:nvPr/>
            </p:nvSpPr>
            <p:spPr>
              <a:xfrm>
                <a:off x="6401863" y="1552558"/>
                <a:ext cx="5184454" cy="3378711"/>
              </a:xfrm>
              <a:custGeom>
                <a:avLst/>
                <a:gdLst>
                  <a:gd name="connsiteX0" fmla="*/ 5184455 w 5184454"/>
                  <a:gd name="connsiteY0" fmla="*/ 136730 h 3378711"/>
                  <a:gd name="connsiteX1" fmla="*/ 5184455 w 5184454"/>
                  <a:gd name="connsiteY1" fmla="*/ 3378711 h 3378711"/>
                  <a:gd name="connsiteX2" fmla="*/ 0 w 5184454"/>
                  <a:gd name="connsiteY2" fmla="*/ 3378711 h 3378711"/>
                  <a:gd name="connsiteX3" fmla="*/ 0 w 5184454"/>
                  <a:gd name="connsiteY3" fmla="*/ 136730 h 3378711"/>
                  <a:gd name="connsiteX4" fmla="*/ 136730 w 5184454"/>
                  <a:gd name="connsiteY4" fmla="*/ 0 h 3378711"/>
                  <a:gd name="connsiteX5" fmla="*/ 5048854 w 5184454"/>
                  <a:gd name="connsiteY5" fmla="*/ 0 h 3378711"/>
                  <a:gd name="connsiteX6" fmla="*/ 5184455 w 5184454"/>
                  <a:gd name="connsiteY6" fmla="*/ 136730 h 337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84454" h="3378711">
                    <a:moveTo>
                      <a:pt x="5184455" y="136730"/>
                    </a:moveTo>
                    <a:lnTo>
                      <a:pt x="5184455" y="3378711"/>
                    </a:lnTo>
                    <a:lnTo>
                      <a:pt x="0" y="3378711"/>
                    </a:lnTo>
                    <a:lnTo>
                      <a:pt x="0" y="136730"/>
                    </a:lnTo>
                    <a:cubicBezTo>
                      <a:pt x="0" y="62150"/>
                      <a:pt x="61020" y="0"/>
                      <a:pt x="136730" y="0"/>
                    </a:cubicBezTo>
                    <a:lnTo>
                      <a:pt x="5048854" y="0"/>
                    </a:lnTo>
                    <a:cubicBezTo>
                      <a:pt x="5123435" y="0"/>
                      <a:pt x="5184455" y="62150"/>
                      <a:pt x="5184455" y="136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F25778C-E49D-4AC7-AACA-5BF82BE0D6F5}"/>
                  </a:ext>
                </a:extLst>
              </p:cNvPr>
              <p:cNvSpPr/>
              <p:nvPr/>
            </p:nvSpPr>
            <p:spPr>
              <a:xfrm>
                <a:off x="9529712" y="5052179"/>
                <a:ext cx="2662287" cy="49720"/>
              </a:xfrm>
              <a:custGeom>
                <a:avLst/>
                <a:gdLst>
                  <a:gd name="connsiteX0" fmla="*/ 2662288 w 2662287"/>
                  <a:gd name="connsiteY0" fmla="*/ 0 h 49720"/>
                  <a:gd name="connsiteX1" fmla="*/ 2662288 w 2662287"/>
                  <a:gd name="connsiteY1" fmla="*/ 38420 h 49720"/>
                  <a:gd name="connsiteX2" fmla="*/ 84750 w 2662287"/>
                  <a:gd name="connsiteY2" fmla="*/ 38420 h 49720"/>
                  <a:gd name="connsiteX3" fmla="*/ 9040 w 2662287"/>
                  <a:gd name="connsiteY3" fmla="*/ 47460 h 49720"/>
                  <a:gd name="connsiteX4" fmla="*/ 0 w 2662287"/>
                  <a:gd name="connsiteY4" fmla="*/ 49720 h 49720"/>
                  <a:gd name="connsiteX5" fmla="*/ 0 w 2662287"/>
                  <a:gd name="connsiteY5" fmla="*/ 0 h 49720"/>
                  <a:gd name="connsiteX6" fmla="*/ 2662288 w 2662287"/>
                  <a:gd name="connsiteY6" fmla="*/ 0 h 4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2287" h="49720">
                    <a:moveTo>
                      <a:pt x="2662288" y="0"/>
                    </a:moveTo>
                    <a:lnTo>
                      <a:pt x="2662288" y="38420"/>
                    </a:lnTo>
                    <a:lnTo>
                      <a:pt x="84750" y="38420"/>
                    </a:lnTo>
                    <a:cubicBezTo>
                      <a:pt x="59890" y="38420"/>
                      <a:pt x="33900" y="41810"/>
                      <a:pt x="9040" y="47460"/>
                    </a:cubicBezTo>
                    <a:cubicBezTo>
                      <a:pt x="5650" y="48590"/>
                      <a:pt x="3390" y="48590"/>
                      <a:pt x="0" y="49720"/>
                    </a:cubicBezTo>
                    <a:lnTo>
                      <a:pt x="0" y="0"/>
                    </a:lnTo>
                    <a:lnTo>
                      <a:pt x="2662288" y="0"/>
                    </a:lnTo>
                    <a:close/>
                  </a:path>
                </a:pathLst>
              </a:custGeom>
              <a:solidFill>
                <a:srgbClr val="818181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A3CA16F-D6B0-446C-8DDD-B70C18233547}"/>
                  </a:ext>
                </a:extLst>
              </p:cNvPr>
              <p:cNvSpPr/>
              <p:nvPr/>
            </p:nvSpPr>
            <p:spPr>
              <a:xfrm>
                <a:off x="8457339" y="5052179"/>
                <a:ext cx="1072372" cy="53109"/>
              </a:xfrm>
              <a:custGeom>
                <a:avLst/>
                <a:gdLst>
                  <a:gd name="connsiteX0" fmla="*/ 1072373 w 1072372"/>
                  <a:gd name="connsiteY0" fmla="*/ 0 h 53109"/>
                  <a:gd name="connsiteX1" fmla="*/ 1072373 w 1072372"/>
                  <a:gd name="connsiteY1" fmla="*/ 49720 h 53109"/>
                  <a:gd name="connsiteX2" fmla="*/ 1038473 w 1072372"/>
                  <a:gd name="connsiteY2" fmla="*/ 53110 h 53109"/>
                  <a:gd name="connsiteX3" fmla="*/ 33900 w 1072372"/>
                  <a:gd name="connsiteY3" fmla="*/ 53110 h 53109"/>
                  <a:gd name="connsiteX4" fmla="*/ 0 w 1072372"/>
                  <a:gd name="connsiteY4" fmla="*/ 49720 h 53109"/>
                  <a:gd name="connsiteX5" fmla="*/ 0 w 1072372"/>
                  <a:gd name="connsiteY5" fmla="*/ 0 h 53109"/>
                  <a:gd name="connsiteX6" fmla="*/ 1072373 w 1072372"/>
                  <a:gd name="connsiteY6" fmla="*/ 0 h 53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2372" h="53109">
                    <a:moveTo>
                      <a:pt x="1072373" y="0"/>
                    </a:moveTo>
                    <a:lnTo>
                      <a:pt x="1072373" y="49720"/>
                    </a:lnTo>
                    <a:cubicBezTo>
                      <a:pt x="1061073" y="51980"/>
                      <a:pt x="1049773" y="53110"/>
                      <a:pt x="1038473" y="53110"/>
                    </a:cubicBezTo>
                    <a:lnTo>
                      <a:pt x="33900" y="53110"/>
                    </a:lnTo>
                    <a:cubicBezTo>
                      <a:pt x="22600" y="53110"/>
                      <a:pt x="11300" y="51980"/>
                      <a:pt x="0" y="49720"/>
                    </a:cubicBezTo>
                    <a:lnTo>
                      <a:pt x="0" y="0"/>
                    </a:lnTo>
                    <a:lnTo>
                      <a:pt x="1072373" y="0"/>
                    </a:lnTo>
                    <a:close/>
                  </a:path>
                </a:pathLst>
              </a:custGeom>
              <a:solidFill>
                <a:srgbClr val="838180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CF6A36E-34A5-4640-979F-75280F643CDB}"/>
                  </a:ext>
                </a:extLst>
              </p:cNvPr>
              <p:cNvSpPr/>
              <p:nvPr/>
            </p:nvSpPr>
            <p:spPr>
              <a:xfrm>
                <a:off x="6379263" y="5043139"/>
                <a:ext cx="5230784" cy="9040"/>
              </a:xfrm>
              <a:custGeom>
                <a:avLst/>
                <a:gdLst>
                  <a:gd name="connsiteX0" fmla="*/ 5230785 w 5230784"/>
                  <a:gd name="connsiteY0" fmla="*/ 0 h 9040"/>
                  <a:gd name="connsiteX1" fmla="*/ 5230785 w 5230784"/>
                  <a:gd name="connsiteY1" fmla="*/ 9040 h 9040"/>
                  <a:gd name="connsiteX2" fmla="*/ 5207055 w 5230784"/>
                  <a:gd name="connsiteY2" fmla="*/ 9040 h 9040"/>
                  <a:gd name="connsiteX3" fmla="*/ 5207055 w 5230784"/>
                  <a:gd name="connsiteY3" fmla="*/ 7910 h 9040"/>
                  <a:gd name="connsiteX4" fmla="*/ 22600 w 5230784"/>
                  <a:gd name="connsiteY4" fmla="*/ 7910 h 9040"/>
                  <a:gd name="connsiteX5" fmla="*/ 22600 w 5230784"/>
                  <a:gd name="connsiteY5" fmla="*/ 9040 h 9040"/>
                  <a:gd name="connsiteX6" fmla="*/ 0 w 5230784"/>
                  <a:gd name="connsiteY6" fmla="*/ 9040 h 9040"/>
                  <a:gd name="connsiteX7" fmla="*/ 0 w 5230784"/>
                  <a:gd name="connsiteY7" fmla="*/ 0 h 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0784" h="9040">
                    <a:moveTo>
                      <a:pt x="5230785" y="0"/>
                    </a:moveTo>
                    <a:lnTo>
                      <a:pt x="5230785" y="9040"/>
                    </a:lnTo>
                    <a:lnTo>
                      <a:pt x="5207055" y="9040"/>
                    </a:lnTo>
                    <a:lnTo>
                      <a:pt x="5207055" y="7910"/>
                    </a:lnTo>
                    <a:lnTo>
                      <a:pt x="22600" y="7910"/>
                    </a:lnTo>
                    <a:lnTo>
                      <a:pt x="22600" y="9040"/>
                    </a:lnTo>
                    <a:lnTo>
                      <a:pt x="0" y="9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31313"/>
              </a:solidFill>
              <a:ln w="112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622F7A0-A8A1-41E4-8217-0B894944006C}"/>
                </a:ext>
              </a:extLst>
            </p:cNvPr>
            <p:cNvSpPr/>
            <p:nvPr/>
          </p:nvSpPr>
          <p:spPr>
            <a:xfrm>
              <a:off x="6509214" y="1751438"/>
              <a:ext cx="4969753" cy="3117680"/>
            </a:xfrm>
            <a:custGeom>
              <a:avLst/>
              <a:gdLst>
                <a:gd name="connsiteX0" fmla="*/ 0 w 4969753"/>
                <a:gd name="connsiteY0" fmla="*/ 0 h 3117680"/>
                <a:gd name="connsiteX1" fmla="*/ 4969754 w 4969753"/>
                <a:gd name="connsiteY1" fmla="*/ 0 h 3117680"/>
                <a:gd name="connsiteX2" fmla="*/ 4969754 w 4969753"/>
                <a:gd name="connsiteY2" fmla="*/ 3117680 h 3117680"/>
                <a:gd name="connsiteX3" fmla="*/ 0 w 4969753"/>
                <a:gd name="connsiteY3" fmla="*/ 3117680 h 311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69753" h="3117680">
                  <a:moveTo>
                    <a:pt x="0" y="0"/>
                  </a:moveTo>
                  <a:lnTo>
                    <a:pt x="4969754" y="0"/>
                  </a:lnTo>
                  <a:lnTo>
                    <a:pt x="4969754" y="3117680"/>
                  </a:lnTo>
                  <a:lnTo>
                    <a:pt x="0" y="3117680"/>
                  </a:lnTo>
                  <a:close/>
                </a:path>
              </a:pathLst>
            </a:custGeom>
            <a:solidFill>
              <a:srgbClr val="F2F3F4"/>
            </a:solidFill>
            <a:ln w="11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CFA4FC3-1C21-46B3-8306-2948F9A2BF3F}"/>
                </a:ext>
              </a:extLst>
            </p:cNvPr>
            <p:cNvSpPr/>
            <p:nvPr/>
          </p:nvSpPr>
          <p:spPr>
            <a:xfrm>
              <a:off x="7364626" y="1529958"/>
              <a:ext cx="4244305" cy="3521091"/>
            </a:xfrm>
            <a:custGeom>
              <a:avLst/>
              <a:gdLst>
                <a:gd name="connsiteX0" fmla="*/ 4086092 w 4244305"/>
                <a:gd name="connsiteY0" fmla="*/ 0 h 3521091"/>
                <a:gd name="connsiteX1" fmla="*/ 3522220 w 4244305"/>
                <a:gd name="connsiteY1" fmla="*/ 0 h 3521091"/>
                <a:gd name="connsiteX2" fmla="*/ 0 w 4244305"/>
                <a:gd name="connsiteY2" fmla="*/ 3521092 h 3521091"/>
                <a:gd name="connsiteX3" fmla="*/ 4221692 w 4244305"/>
                <a:gd name="connsiteY3" fmla="*/ 3521092 h 3521091"/>
                <a:gd name="connsiteX4" fmla="*/ 4221692 w 4244305"/>
                <a:gd name="connsiteY4" fmla="*/ 3521092 h 3521091"/>
                <a:gd name="connsiteX5" fmla="*/ 4244292 w 4244305"/>
                <a:gd name="connsiteY5" fmla="*/ 3521092 h 3521091"/>
                <a:gd name="connsiteX6" fmla="*/ 4244292 w 4244305"/>
                <a:gd name="connsiteY6" fmla="*/ 159331 h 3521091"/>
                <a:gd name="connsiteX7" fmla="*/ 4086092 w 4244305"/>
                <a:gd name="connsiteY7" fmla="*/ 0 h 3521091"/>
                <a:gd name="connsiteX8" fmla="*/ 4181012 w 4244305"/>
                <a:gd name="connsiteY8" fmla="*/ 62150 h 3521091"/>
                <a:gd name="connsiteX9" fmla="*/ 4181012 w 4244305"/>
                <a:gd name="connsiteY9" fmla="*/ 62150 h 3521091"/>
                <a:gd name="connsiteX10" fmla="*/ 4181012 w 4244305"/>
                <a:gd name="connsiteY10" fmla="*/ 62150 h 3521091"/>
                <a:gd name="connsiteX11" fmla="*/ 4181012 w 4244305"/>
                <a:gd name="connsiteY11" fmla="*/ 62150 h 3521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44305" h="3521091">
                  <a:moveTo>
                    <a:pt x="4086092" y="0"/>
                  </a:moveTo>
                  <a:lnTo>
                    <a:pt x="3522220" y="0"/>
                  </a:lnTo>
                  <a:lnTo>
                    <a:pt x="0" y="3521092"/>
                  </a:lnTo>
                  <a:lnTo>
                    <a:pt x="4221692" y="3521092"/>
                  </a:lnTo>
                  <a:lnTo>
                    <a:pt x="4221692" y="3521092"/>
                  </a:lnTo>
                  <a:lnTo>
                    <a:pt x="4244292" y="3521092"/>
                  </a:lnTo>
                  <a:lnTo>
                    <a:pt x="4244292" y="159331"/>
                  </a:lnTo>
                  <a:cubicBezTo>
                    <a:pt x="4245422" y="71190"/>
                    <a:pt x="4173102" y="0"/>
                    <a:pt x="4086092" y="0"/>
                  </a:cubicBezTo>
                  <a:close/>
                  <a:moveTo>
                    <a:pt x="4181012" y="62150"/>
                  </a:moveTo>
                  <a:cubicBezTo>
                    <a:pt x="4182142" y="63280"/>
                    <a:pt x="4182142" y="63280"/>
                    <a:pt x="4181012" y="62150"/>
                  </a:cubicBezTo>
                  <a:cubicBezTo>
                    <a:pt x="4182142" y="63280"/>
                    <a:pt x="4182142" y="63280"/>
                    <a:pt x="4181012" y="62150"/>
                  </a:cubicBezTo>
                  <a:lnTo>
                    <a:pt x="4181012" y="6215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1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</p:grpSp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F652919A-2CCF-3596-CB43-511382F834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" t="-349" r="25562" b="349"/>
          <a:stretch>
            <a:fillRect/>
          </a:stretch>
        </p:blipFill>
        <p:spPr>
          <a:xfrm>
            <a:off x="4491038" y="1495425"/>
            <a:ext cx="5988050" cy="3735388"/>
          </a:xfr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D00B45D8-7413-88C1-3A20-37DB03D73824}"/>
              </a:ext>
            </a:extLst>
          </p:cNvPr>
          <p:cNvSpPr txBox="1"/>
          <p:nvPr/>
        </p:nvSpPr>
        <p:spPr>
          <a:xfrm>
            <a:off x="537210" y="167515"/>
            <a:ext cx="1157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d-ID" sz="1200" dirty="0" err="1">
                <a:latin typeface="+mj-lt"/>
                <a:cs typeface="Arial"/>
                <a:sym typeface="Arial"/>
                <a:rtl val="0"/>
              </a:rPr>
              <a:t>Matthias</a:t>
            </a:r>
            <a:r>
              <a:rPr lang="id-ID" sz="1200" dirty="0">
                <a:latin typeface="+mj-lt"/>
                <a:cs typeface="Arial"/>
                <a:sym typeface="Arial"/>
                <a:rtl val="0"/>
              </a:rPr>
              <a:t> &amp; Joël</a:t>
            </a:r>
            <a:endParaRPr lang="id-ID" sz="1200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F0B769CF-578A-026A-CF35-34C9196182D0}"/>
              </a:ext>
            </a:extLst>
          </p:cNvPr>
          <p:cNvSpPr txBox="1"/>
          <p:nvPr/>
        </p:nvSpPr>
        <p:spPr>
          <a:xfrm>
            <a:off x="4914775" y="167515"/>
            <a:ext cx="23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Grundlagen</a:t>
            </a:r>
            <a:r>
              <a:rPr lang="id-ID" sz="1200" b="1" spc="0" baseline="0" dirty="0">
                <a:latin typeface="+mj-lt"/>
                <a:cs typeface="Arial"/>
                <a:sym typeface="Arial"/>
                <a:rtl val="0"/>
              </a:rPr>
              <a:t> </a:t>
            </a:r>
            <a:r>
              <a:rPr lang="id-ID" sz="1200" b="1" spc="0" baseline="0" dirty="0" err="1">
                <a:latin typeface="+mj-lt"/>
                <a:cs typeface="Arial"/>
                <a:sym typeface="Arial"/>
                <a:rtl val="0"/>
              </a:rPr>
              <a:t>Programmierung</a:t>
            </a:r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  <a:p>
            <a:pPr algn="ctr"/>
            <a:endParaRPr lang="id-ID" sz="1200" b="1" spc="0" baseline="0" dirty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32E74B75-4113-B554-1A47-4B43B58BB0C8}"/>
              </a:ext>
            </a:extLst>
          </p:cNvPr>
          <p:cNvSpPr/>
          <p:nvPr/>
        </p:nvSpPr>
        <p:spPr>
          <a:xfrm>
            <a:off x="10787743" y="167514"/>
            <a:ext cx="1038497" cy="276999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609600" dist="431800" dir="2700000" sx="95000" sy="95000" algn="tl" rotWithShape="0">
              <a:srgbClr val="3E3F7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>
                <a:solidFill>
                  <a:schemeClr val="tx1"/>
                </a:solidFill>
                <a:latin typeface="+mj-lt"/>
              </a:rPr>
              <a:t>15.12.2025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2632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8BFF-ECFC-0F45-6A54-E237F388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A12529-F021-3F06-695A-BC76244BB4FD}"/>
              </a:ext>
            </a:extLst>
          </p:cNvPr>
          <p:cNvSpPr txBox="1"/>
          <p:nvPr/>
        </p:nvSpPr>
        <p:spPr>
          <a:xfrm>
            <a:off x="-168287" y="2473404"/>
            <a:ext cx="68482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defRPr sz="4400">
                <a:latin typeface="+mj-lt"/>
              </a:defRPr>
            </a:lvl1pPr>
          </a:lstStyle>
          <a:p>
            <a:pPr algn="ctr"/>
            <a:r>
              <a:rPr lang="id-ID" sz="6600" b="1" dirty="0" err="1">
                <a:latin typeface="Inter" panose="02000503000000020004" pitchFamily="2" charset="0"/>
                <a:ea typeface="Inter" panose="02000503000000020004" pitchFamily="2" charset="0"/>
              </a:rPr>
              <a:t>Fragen</a:t>
            </a:r>
            <a:r>
              <a:rPr lang="id-ID" sz="6600" b="1" dirty="0">
                <a:latin typeface="Inter" panose="02000503000000020004" pitchFamily="2" charset="0"/>
                <a:ea typeface="Inter" panose="02000503000000020004" pitchFamily="2" charset="0"/>
              </a:rPr>
              <a:t>?</a:t>
            </a:r>
            <a:endParaRPr lang="id-ID" sz="6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026" name="Picture 2" descr="habt ihr noch Fragen? wenn nicht, klatscht einfach - Happy Minion Meme  Generator">
            <a:extLst>
              <a:ext uri="{FF2B5EF4-FFF2-40B4-BE49-F238E27FC236}">
                <a16:creationId xmlns:a16="http://schemas.microsoft.com/office/drawing/2014/main" id="{AA3B7B38-DF86-4EC4-65CB-71D8DE65F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50" b="99500" l="500" r="91500">
                        <a14:foregroundMark x1="34667" y1="80250" x2="25500" y2="81750"/>
                        <a14:foregroundMark x1="25500" y1="81750" x2="29667" y2="63500"/>
                        <a14:foregroundMark x1="29667" y1="63500" x2="26833" y2="77750"/>
                        <a14:foregroundMark x1="26833" y1="77750" x2="17000" y2="82000"/>
                        <a14:foregroundMark x1="17000" y1="82000" x2="6667" y2="19000"/>
                        <a14:foregroundMark x1="6667" y1="19000" x2="22833" y2="5000"/>
                        <a14:foregroundMark x1="22833" y1="5000" x2="37000" y2="4750"/>
                        <a14:foregroundMark x1="37000" y1="4750" x2="67333" y2="11000"/>
                        <a14:foregroundMark x1="67333" y1="11000" x2="75333" y2="22750"/>
                        <a14:foregroundMark x1="75333" y1="22750" x2="75667" y2="67000"/>
                        <a14:foregroundMark x1="75667" y1="67000" x2="72833" y2="81750"/>
                        <a14:foregroundMark x1="72833" y1="81750" x2="64333" y2="89500"/>
                        <a14:foregroundMark x1="64333" y1="89500" x2="45833" y2="93250"/>
                        <a14:foregroundMark x1="67667" y1="70750" x2="57833" y2="77750"/>
                        <a14:foregroundMark x1="57833" y1="77750" x2="59833" y2="91250"/>
                        <a14:foregroundMark x1="59833" y1="91250" x2="46833" y2="77750"/>
                        <a14:foregroundMark x1="46333" y1="12000" x2="84167" y2="3250"/>
                        <a14:foregroundMark x1="84167" y1="3250" x2="75667" y2="15000"/>
                        <a14:foregroundMark x1="75667" y1="15000" x2="6667" y2="11250"/>
                        <a14:foregroundMark x1="6667" y1="11250" x2="8167" y2="5250"/>
                        <a14:foregroundMark x1="85833" y1="10250" x2="91000" y2="7250"/>
                        <a14:foregroundMark x1="91500" y1="9250" x2="85333" y2="9500"/>
                        <a14:foregroundMark x1="68667" y1="29250" x2="56000" y2="33250"/>
                        <a14:foregroundMark x1="66000" y1="74000" x2="79000" y2="78500"/>
                        <a14:foregroundMark x1="74667" y1="77750" x2="32333" y2="75500"/>
                        <a14:foregroundMark x1="58167" y1="88000" x2="32833" y2="89000"/>
                        <a14:foregroundMark x1="9500" y1="42250" x2="2833" y2="9750"/>
                        <a14:foregroundMark x1="2833" y1="9750" x2="3167" y2="7500"/>
                        <a14:foregroundMark x1="13667" y1="21750" x2="4500" y2="9250"/>
                        <a14:foregroundMark x1="4500" y1="9250" x2="3667" y2="5500"/>
                        <a14:foregroundMark x1="31000" y1="36750" x2="500" y2="42250"/>
                        <a14:foregroundMark x1="55833" y1="75750" x2="64667" y2="72500"/>
                        <a14:foregroundMark x1="64667" y1="72500" x2="67833" y2="67250"/>
                        <a14:foregroundMark x1="62167" y1="88000" x2="62167" y2="99500"/>
                        <a14:foregroundMark x1="59667" y1="93500" x2="50500" y2="96750"/>
                        <a14:foregroundMark x1="50500" y1="96750" x2="50500" y2="97250"/>
                        <a14:foregroundMark x1="78833" y1="78000" x2="80167" y2="78500"/>
                        <a14:foregroundMark x1="78333" y1="77250" x2="80500" y2="76250"/>
                        <a14:foregroundMark x1="79500" y1="76500" x2="80500" y2="76750"/>
                        <a14:foregroundMark x1="80333" y1="76000" x2="80167" y2="81000"/>
                        <a14:foregroundMark x1="81333" y1="76750" x2="79667" y2="79750"/>
                        <a14:foregroundMark x1="80667" y1="80750" x2="79833" y2="81000"/>
                        <a14:foregroundMark x1="81500" y1="74000" x2="80333" y2="74250"/>
                        <a14:foregroundMark x1="81333" y1="72250" x2="78833" y2="73500"/>
                        <a14:foregroundMark x1="78833" y1="73250" x2="74500" y2="73250"/>
                        <a14:foregroundMark x1="80833" y1="74000" x2="80833" y2="77750"/>
                        <a14:foregroundMark x1="82000" y1="73250" x2="80167" y2="7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381" y="1272493"/>
            <a:ext cx="5264727" cy="350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07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D557-DF77-B35D-69AF-C3AC0BAB1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32B2EAD-ED37-584E-D9EF-33F64105DDE2}"/>
              </a:ext>
            </a:extLst>
          </p:cNvPr>
          <p:cNvGrpSpPr/>
          <p:nvPr/>
        </p:nvGrpSpPr>
        <p:grpSpPr>
          <a:xfrm>
            <a:off x="2671895" y="1679713"/>
            <a:ext cx="6848210" cy="3498575"/>
            <a:chOff x="2671895" y="1599862"/>
            <a:chExt cx="6848210" cy="34985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6975B0-8935-230F-24AF-87D93D44D244}"/>
                </a:ext>
              </a:extLst>
            </p:cNvPr>
            <p:cNvSpPr txBox="1"/>
            <p:nvPr/>
          </p:nvSpPr>
          <p:spPr>
            <a:xfrm>
              <a:off x="2671895" y="1599862"/>
              <a:ext cx="6848210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>
                <a:defRPr sz="4400">
                  <a:latin typeface="+mj-lt"/>
                </a:defRPr>
              </a:lvl1pPr>
            </a:lstStyle>
            <a:p>
              <a:pPr algn="ctr"/>
              <a:r>
                <a:rPr lang="id-ID" sz="6600" b="1" dirty="0" err="1">
                  <a:latin typeface="Inter" panose="02000503000000020004" pitchFamily="2" charset="0"/>
                  <a:ea typeface="Inter" panose="02000503000000020004" pitchFamily="2" charset="0"/>
                </a:rPr>
                <a:t>Danke</a:t>
              </a:r>
              <a:r>
                <a:rPr lang="id-ID" sz="6600" b="1" dirty="0"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id-ID" sz="6600" b="1" dirty="0" err="1">
                  <a:latin typeface="Inter" panose="02000503000000020004" pitchFamily="2" charset="0"/>
                  <a:ea typeface="Inter" panose="02000503000000020004" pitchFamily="2" charset="0"/>
                </a:rPr>
                <a:t>fürs</a:t>
              </a:r>
              <a:endParaRPr lang="id-ID" sz="6600" b="1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id-ID" sz="6600" dirty="0" err="1">
                  <a:latin typeface="Inter" panose="02000503000000020004" pitchFamily="2" charset="0"/>
                  <a:ea typeface="Inter" panose="02000503000000020004" pitchFamily="2" charset="0"/>
                </a:rPr>
                <a:t>Zuhören</a:t>
              </a:r>
              <a:endParaRPr lang="id-ID" sz="6600" dirty="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A8B741-4570-1AD0-91D1-EF15D1DF0FE1}"/>
                </a:ext>
              </a:extLst>
            </p:cNvPr>
            <p:cNvSpPr txBox="1"/>
            <p:nvPr/>
          </p:nvSpPr>
          <p:spPr>
            <a:xfrm>
              <a:off x="2671895" y="3790001"/>
              <a:ext cx="6848210" cy="329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400" dirty="0"/>
                <a:t>Projekt made by Matthias and Joël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204AC46-5B67-CA62-27D6-BDA603F1D9AE}"/>
                </a:ext>
              </a:extLst>
            </p:cNvPr>
            <p:cNvGrpSpPr/>
            <p:nvPr/>
          </p:nvGrpSpPr>
          <p:grpSpPr>
            <a:xfrm>
              <a:off x="5284315" y="4674713"/>
              <a:ext cx="1623370" cy="423724"/>
              <a:chOff x="609600" y="4975349"/>
              <a:chExt cx="1623370" cy="4237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CC12D47-3212-1DF2-13D6-2C347D408038}"/>
                  </a:ext>
                </a:extLst>
              </p:cNvPr>
              <p:cNvSpPr/>
              <p:nvPr/>
            </p:nvSpPr>
            <p:spPr>
              <a:xfrm>
                <a:off x="609600" y="4975349"/>
                <a:ext cx="1623370" cy="42372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609600" dist="368300" dir="2700000" sx="56000" sy="56000" algn="tl" rotWithShape="0">
                  <a:srgbClr val="3E3F74">
                    <a:alpha val="42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12FEE1-22D4-BE17-7B4B-FE86A9A585E7}"/>
                  </a:ext>
                </a:extLst>
              </p:cNvPr>
              <p:cNvSpPr txBox="1"/>
              <p:nvPr/>
            </p:nvSpPr>
            <p:spPr>
              <a:xfrm>
                <a:off x="678490" y="5033471"/>
                <a:ext cx="148559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+mj-lt"/>
                  </a:rPr>
                  <a:t>Ende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969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A71FB"/>
      </a:accent1>
      <a:accent2>
        <a:srgbClr val="FFCA61"/>
      </a:accent2>
      <a:accent3>
        <a:srgbClr val="3F3F3F"/>
      </a:accent3>
      <a:accent4>
        <a:srgbClr val="3F3F3F"/>
      </a:accent4>
      <a:accent5>
        <a:srgbClr val="3F3F3F"/>
      </a:accent5>
      <a:accent6>
        <a:srgbClr val="3F3F3F"/>
      </a:accent6>
      <a:hlink>
        <a:srgbClr val="0563C1"/>
      </a:hlink>
      <a:folHlink>
        <a:srgbClr val="954F72"/>
      </a:folHlink>
    </a:clrScheme>
    <a:fontScheme name="Custom 19">
      <a:majorFont>
        <a:latin typeface="Urbanis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Macintosh PowerPoint</Application>
  <PresentationFormat>Widescreen</PresentationFormat>
  <Paragraphs>123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Inter</vt:lpstr>
      <vt:lpstr>Inter ExtraBold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taufiq kamil</dc:creator>
  <cp:lastModifiedBy>Matthias Heiniger (s)</cp:lastModifiedBy>
  <cp:revision>194</cp:revision>
  <dcterms:created xsi:type="dcterms:W3CDTF">2024-11-05T08:51:54Z</dcterms:created>
  <dcterms:modified xsi:type="dcterms:W3CDTF">2026-05-01T07:54:46Z</dcterms:modified>
</cp:coreProperties>
</file>